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59"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13FCA-55D8-4FEC-B0D5-F6CA1630BFD3}" v="15" dt="2024-11-20T00:13:35.8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8" d="100"/>
          <a:sy n="58" d="100"/>
        </p:scale>
        <p:origin x="112"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sha chaudhary" userId="28d2b53ea8f17f6c" providerId="LiveId" clId="{9C813FCA-55D8-4FEC-B0D5-F6CA1630BFD3}"/>
    <pc:docChg chg="undo custSel addSld modSld">
      <pc:chgData name="varsha chaudhary" userId="28d2b53ea8f17f6c" providerId="LiveId" clId="{9C813FCA-55D8-4FEC-B0D5-F6CA1630BFD3}" dt="2024-11-20T00:18:25.520" v="295" actId="113"/>
      <pc:docMkLst>
        <pc:docMk/>
      </pc:docMkLst>
      <pc:sldChg chg="addSp delSp modSp mod setBg">
        <pc:chgData name="varsha chaudhary" userId="28d2b53ea8f17f6c" providerId="LiveId" clId="{9C813FCA-55D8-4FEC-B0D5-F6CA1630BFD3}" dt="2024-11-20T00:17:50.716" v="293" actId="255"/>
        <pc:sldMkLst>
          <pc:docMk/>
          <pc:sldMk cId="2685213397" sldId="257"/>
        </pc:sldMkLst>
        <pc:spChg chg="add del mod">
          <ac:chgData name="varsha chaudhary" userId="28d2b53ea8f17f6c" providerId="LiveId" clId="{9C813FCA-55D8-4FEC-B0D5-F6CA1630BFD3}" dt="2024-11-19T23:52:17.729" v="105" actId="26606"/>
          <ac:spMkLst>
            <pc:docMk/>
            <pc:sldMk cId="2685213397" sldId="257"/>
            <ac:spMk id="3" creationId="{CE76C978-ADD3-7B2C-EA6F-1DCF196CDD2B}"/>
          </ac:spMkLst>
        </pc:spChg>
        <pc:spChg chg="add del">
          <ac:chgData name="varsha chaudhary" userId="28d2b53ea8f17f6c" providerId="LiveId" clId="{9C813FCA-55D8-4FEC-B0D5-F6CA1630BFD3}" dt="2024-11-19T23:50:53.350" v="77" actId="26606"/>
          <ac:spMkLst>
            <pc:docMk/>
            <pc:sldMk cId="2685213397" sldId="257"/>
            <ac:spMk id="8" creationId="{A7AE9375-4664-4DB2-922D-2782A6E439AC}"/>
          </ac:spMkLst>
        </pc:spChg>
        <pc:spChg chg="add del">
          <ac:chgData name="varsha chaudhary" userId="28d2b53ea8f17f6c" providerId="LiveId" clId="{9C813FCA-55D8-4FEC-B0D5-F6CA1630BFD3}" dt="2024-11-19T23:51:07.696" v="85" actId="26606"/>
          <ac:spMkLst>
            <pc:docMk/>
            <pc:sldMk cId="2685213397" sldId="257"/>
            <ac:spMk id="9" creationId="{3ECBE1F1-D69B-4AFA-ABD5-8E41720EF6DE}"/>
          </ac:spMkLst>
        </pc:spChg>
        <pc:spChg chg="add del">
          <ac:chgData name="varsha chaudhary" userId="28d2b53ea8f17f6c" providerId="LiveId" clId="{9C813FCA-55D8-4FEC-B0D5-F6CA1630BFD3}" dt="2024-11-19T23:51:07.696" v="85" actId="26606"/>
          <ac:spMkLst>
            <pc:docMk/>
            <pc:sldMk cId="2685213397" sldId="257"/>
            <ac:spMk id="11" creationId="{603A6265-E10C-4B85-9C20-E75FCAF9CC63}"/>
          </ac:spMkLst>
        </pc:spChg>
        <pc:spChg chg="add del">
          <ac:chgData name="varsha chaudhary" userId="28d2b53ea8f17f6c" providerId="LiveId" clId="{9C813FCA-55D8-4FEC-B0D5-F6CA1630BFD3}" dt="2024-11-19T23:50:53.350" v="77" actId="26606"/>
          <ac:spMkLst>
            <pc:docMk/>
            <pc:sldMk cId="2685213397" sldId="257"/>
            <ac:spMk id="12" creationId="{9DD005C1-8C51-42D6-9BEE-B9B83849743D}"/>
          </ac:spMkLst>
        </pc:spChg>
        <pc:spChg chg="add del">
          <ac:chgData name="varsha chaudhary" userId="28d2b53ea8f17f6c" providerId="LiveId" clId="{9C813FCA-55D8-4FEC-B0D5-F6CA1630BFD3}" dt="2024-11-19T23:51:14.210" v="87" actId="26606"/>
          <ac:spMkLst>
            <pc:docMk/>
            <pc:sldMk cId="2685213397" sldId="257"/>
            <ac:spMk id="13" creationId="{F837543A-6020-4505-A233-C9DB4BF74011}"/>
          </ac:spMkLst>
        </pc:spChg>
        <pc:spChg chg="add del">
          <ac:chgData name="varsha chaudhary" userId="28d2b53ea8f17f6c" providerId="LiveId" clId="{9C813FCA-55D8-4FEC-B0D5-F6CA1630BFD3}" dt="2024-11-19T23:50:55.116" v="79" actId="26606"/>
          <ac:spMkLst>
            <pc:docMk/>
            <pc:sldMk cId="2685213397" sldId="257"/>
            <ac:spMk id="14" creationId="{074B4F7D-14B2-478B-8BF5-01E4E0C5D263}"/>
          </ac:spMkLst>
        </pc:spChg>
        <pc:spChg chg="add del">
          <ac:chgData name="varsha chaudhary" userId="28d2b53ea8f17f6c" providerId="LiveId" clId="{9C813FCA-55D8-4FEC-B0D5-F6CA1630BFD3}" dt="2024-11-19T23:50:55.116" v="79" actId="26606"/>
          <ac:spMkLst>
            <pc:docMk/>
            <pc:sldMk cId="2685213397" sldId="257"/>
            <ac:spMk id="15" creationId="{DAF1966E-FD40-4A4A-B61B-C4DF7FA05F06}"/>
          </ac:spMkLst>
        </pc:spChg>
        <pc:spChg chg="add del">
          <ac:chgData name="varsha chaudhary" userId="28d2b53ea8f17f6c" providerId="LiveId" clId="{9C813FCA-55D8-4FEC-B0D5-F6CA1630BFD3}" dt="2024-11-19T23:50:55.116" v="79" actId="26606"/>
          <ac:spMkLst>
            <pc:docMk/>
            <pc:sldMk cId="2685213397" sldId="257"/>
            <ac:spMk id="16" creationId="{047BFA19-D45E-416B-A404-7AF2F3F27017}"/>
          </ac:spMkLst>
        </pc:spChg>
        <pc:spChg chg="add del">
          <ac:chgData name="varsha chaudhary" userId="28d2b53ea8f17f6c" providerId="LiveId" clId="{9C813FCA-55D8-4FEC-B0D5-F6CA1630BFD3}" dt="2024-11-19T23:50:55.116" v="79" actId="26606"/>
          <ac:spMkLst>
            <pc:docMk/>
            <pc:sldMk cId="2685213397" sldId="257"/>
            <ac:spMk id="17" creationId="{8E0105E7-23DB-4CF2-8258-FF47C7620F6E}"/>
          </ac:spMkLst>
        </pc:spChg>
        <pc:spChg chg="add del">
          <ac:chgData name="varsha chaudhary" userId="28d2b53ea8f17f6c" providerId="LiveId" clId="{9C813FCA-55D8-4FEC-B0D5-F6CA1630BFD3}" dt="2024-11-19T23:50:56.073" v="81" actId="26606"/>
          <ac:spMkLst>
            <pc:docMk/>
            <pc:sldMk cId="2685213397" sldId="257"/>
            <ac:spMk id="19" creationId="{081EA652-8C6A-4E69-BEB9-170809474553}"/>
          </ac:spMkLst>
        </pc:spChg>
        <pc:spChg chg="add del">
          <ac:chgData name="varsha chaudhary" userId="28d2b53ea8f17f6c" providerId="LiveId" clId="{9C813FCA-55D8-4FEC-B0D5-F6CA1630BFD3}" dt="2024-11-19T23:50:56.073" v="81" actId="26606"/>
          <ac:spMkLst>
            <pc:docMk/>
            <pc:sldMk cId="2685213397" sldId="257"/>
            <ac:spMk id="20" creationId="{5298780A-33B9-4EA2-8F67-DE68AD62841B}"/>
          </ac:spMkLst>
        </pc:spChg>
        <pc:spChg chg="add del">
          <ac:chgData name="varsha chaudhary" userId="28d2b53ea8f17f6c" providerId="LiveId" clId="{9C813FCA-55D8-4FEC-B0D5-F6CA1630BFD3}" dt="2024-11-19T23:50:56.073" v="81" actId="26606"/>
          <ac:spMkLst>
            <pc:docMk/>
            <pc:sldMk cId="2685213397" sldId="257"/>
            <ac:spMk id="21" creationId="{7F488E8B-4E1E-4402-8935-D4E6C02615C7}"/>
          </ac:spMkLst>
        </pc:spChg>
        <pc:spChg chg="add del">
          <ac:chgData name="varsha chaudhary" userId="28d2b53ea8f17f6c" providerId="LiveId" clId="{9C813FCA-55D8-4FEC-B0D5-F6CA1630BFD3}" dt="2024-11-19T23:51:14.210" v="87" actId="26606"/>
          <ac:spMkLst>
            <pc:docMk/>
            <pc:sldMk cId="2685213397" sldId="257"/>
            <ac:spMk id="22" creationId="{09192968-3AE7-4470-A61C-97294BB92731}"/>
          </ac:spMkLst>
        </pc:spChg>
        <pc:spChg chg="add del">
          <ac:chgData name="varsha chaudhary" userId="28d2b53ea8f17f6c" providerId="LiveId" clId="{9C813FCA-55D8-4FEC-B0D5-F6CA1630BFD3}" dt="2024-11-19T23:51:05.135" v="83" actId="26606"/>
          <ac:spMkLst>
            <pc:docMk/>
            <pc:sldMk cId="2685213397" sldId="257"/>
            <ac:spMk id="23" creationId="{1BB867FF-FC45-48F7-8104-F89BE54909F1}"/>
          </ac:spMkLst>
        </pc:spChg>
        <pc:spChg chg="add del">
          <ac:chgData name="varsha chaudhary" userId="28d2b53ea8f17f6c" providerId="LiveId" clId="{9C813FCA-55D8-4FEC-B0D5-F6CA1630BFD3}" dt="2024-11-19T23:51:05.135" v="83" actId="26606"/>
          <ac:spMkLst>
            <pc:docMk/>
            <pc:sldMk cId="2685213397" sldId="257"/>
            <ac:spMk id="24" creationId="{8BB56887-D0D5-4F0C-9E19-7247EB83C8B7}"/>
          </ac:spMkLst>
        </pc:spChg>
        <pc:spChg chg="add del">
          <ac:chgData name="varsha chaudhary" userId="28d2b53ea8f17f6c" providerId="LiveId" clId="{9C813FCA-55D8-4FEC-B0D5-F6CA1630BFD3}" dt="2024-11-19T23:51:05.135" v="83" actId="26606"/>
          <ac:spMkLst>
            <pc:docMk/>
            <pc:sldMk cId="2685213397" sldId="257"/>
            <ac:spMk id="25" creationId="{081E4A58-353D-44AE-B2FC-2A74E2E400F7}"/>
          </ac:spMkLst>
        </pc:spChg>
        <pc:spChg chg="add del">
          <ac:chgData name="varsha chaudhary" userId="28d2b53ea8f17f6c" providerId="LiveId" clId="{9C813FCA-55D8-4FEC-B0D5-F6CA1630BFD3}" dt="2024-11-19T23:51:14.210" v="87" actId="26606"/>
          <ac:spMkLst>
            <pc:docMk/>
            <pc:sldMk cId="2685213397" sldId="257"/>
            <ac:spMk id="26" creationId="{35B16301-FB18-48BA-A6DD-C37CAF6F9A18}"/>
          </ac:spMkLst>
        </pc:spChg>
        <pc:spChg chg="add del">
          <ac:chgData name="varsha chaudhary" userId="28d2b53ea8f17f6c" providerId="LiveId" clId="{9C813FCA-55D8-4FEC-B0D5-F6CA1630BFD3}" dt="2024-11-19T23:51:14.210" v="87" actId="26606"/>
          <ac:spMkLst>
            <pc:docMk/>
            <pc:sldMk cId="2685213397" sldId="257"/>
            <ac:spMk id="27" creationId="{C3C0D90E-074A-4F52-9B11-B52BEF4BCBE5}"/>
          </ac:spMkLst>
        </pc:spChg>
        <pc:spChg chg="add del">
          <ac:chgData name="varsha chaudhary" userId="28d2b53ea8f17f6c" providerId="LiveId" clId="{9C813FCA-55D8-4FEC-B0D5-F6CA1630BFD3}" dt="2024-11-19T23:51:14.210" v="87" actId="26606"/>
          <ac:spMkLst>
            <pc:docMk/>
            <pc:sldMk cId="2685213397" sldId="257"/>
            <ac:spMk id="28" creationId="{CABBD4C1-E6F8-46F6-8152-A8A97490BF4D}"/>
          </ac:spMkLst>
        </pc:spChg>
        <pc:spChg chg="add del">
          <ac:chgData name="varsha chaudhary" userId="28d2b53ea8f17f6c" providerId="LiveId" clId="{9C813FCA-55D8-4FEC-B0D5-F6CA1630BFD3}" dt="2024-11-19T23:51:14.210" v="87" actId="26606"/>
          <ac:spMkLst>
            <pc:docMk/>
            <pc:sldMk cId="2685213397" sldId="257"/>
            <ac:spMk id="29" creationId="{83BA5EF5-1FE9-4BF9-83BB-269BCDDF6156}"/>
          </ac:spMkLst>
        </pc:spChg>
        <pc:spChg chg="add del">
          <ac:chgData name="varsha chaudhary" userId="28d2b53ea8f17f6c" providerId="LiveId" clId="{9C813FCA-55D8-4FEC-B0D5-F6CA1630BFD3}" dt="2024-11-19T23:51:14.210" v="87" actId="26606"/>
          <ac:spMkLst>
            <pc:docMk/>
            <pc:sldMk cId="2685213397" sldId="257"/>
            <ac:spMk id="30" creationId="{88853921-7BC9-4BDE-ACAB-133C683C82D6}"/>
          </ac:spMkLst>
        </pc:spChg>
        <pc:spChg chg="add del">
          <ac:chgData name="varsha chaudhary" userId="28d2b53ea8f17f6c" providerId="LiveId" clId="{9C813FCA-55D8-4FEC-B0D5-F6CA1630BFD3}" dt="2024-11-19T23:51:14.210" v="87" actId="26606"/>
          <ac:spMkLst>
            <pc:docMk/>
            <pc:sldMk cId="2685213397" sldId="257"/>
            <ac:spMk id="31" creationId="{3AB72E55-43E4-4356-BFE8-E2102CB0B505}"/>
          </ac:spMkLst>
        </pc:spChg>
        <pc:spChg chg="add del">
          <ac:chgData name="varsha chaudhary" userId="28d2b53ea8f17f6c" providerId="LiveId" clId="{9C813FCA-55D8-4FEC-B0D5-F6CA1630BFD3}" dt="2024-11-19T23:51:24.482" v="89" actId="26606"/>
          <ac:spMkLst>
            <pc:docMk/>
            <pc:sldMk cId="2685213397" sldId="257"/>
            <ac:spMk id="34" creationId="{257363FD-7E77-4145-9483-331A807ADF0E}"/>
          </ac:spMkLst>
        </pc:spChg>
        <pc:spChg chg="add del">
          <ac:chgData name="varsha chaudhary" userId="28d2b53ea8f17f6c" providerId="LiveId" clId="{9C813FCA-55D8-4FEC-B0D5-F6CA1630BFD3}" dt="2024-11-19T23:51:31.867" v="91" actId="26606"/>
          <ac:spMkLst>
            <pc:docMk/>
            <pc:sldMk cId="2685213397" sldId="257"/>
            <ac:spMk id="36" creationId="{CB299CAB-C506-454B-90FC-4065728297D3}"/>
          </ac:spMkLst>
        </pc:spChg>
        <pc:spChg chg="add del">
          <ac:chgData name="varsha chaudhary" userId="28d2b53ea8f17f6c" providerId="LiveId" clId="{9C813FCA-55D8-4FEC-B0D5-F6CA1630BFD3}" dt="2024-11-19T23:51:31.867" v="91" actId="26606"/>
          <ac:spMkLst>
            <pc:docMk/>
            <pc:sldMk cId="2685213397" sldId="257"/>
            <ac:spMk id="37" creationId="{C8D99311-F254-40F1-8AB5-EE3E7B9B6872}"/>
          </ac:spMkLst>
        </pc:spChg>
        <pc:spChg chg="add del">
          <ac:chgData name="varsha chaudhary" userId="28d2b53ea8f17f6c" providerId="LiveId" clId="{9C813FCA-55D8-4FEC-B0D5-F6CA1630BFD3}" dt="2024-11-19T23:51:31.867" v="91" actId="26606"/>
          <ac:spMkLst>
            <pc:docMk/>
            <pc:sldMk cId="2685213397" sldId="257"/>
            <ac:spMk id="38" creationId="{7D89E3CB-00ED-4691-9F0F-F23EA3564705}"/>
          </ac:spMkLst>
        </pc:spChg>
        <pc:spChg chg="add del">
          <ac:chgData name="varsha chaudhary" userId="28d2b53ea8f17f6c" providerId="LiveId" clId="{9C813FCA-55D8-4FEC-B0D5-F6CA1630BFD3}" dt="2024-11-19T23:52:17.729" v="105" actId="26606"/>
          <ac:spMkLst>
            <pc:docMk/>
            <pc:sldMk cId="2685213397" sldId="257"/>
            <ac:spMk id="40" creationId="{C0763A76-9F1C-4FC5-82B7-DD475DA461B2}"/>
          </ac:spMkLst>
        </pc:spChg>
        <pc:spChg chg="add del">
          <ac:chgData name="varsha chaudhary" userId="28d2b53ea8f17f6c" providerId="LiveId" clId="{9C813FCA-55D8-4FEC-B0D5-F6CA1630BFD3}" dt="2024-11-19T23:52:17.729" v="105" actId="26606"/>
          <ac:spMkLst>
            <pc:docMk/>
            <pc:sldMk cId="2685213397" sldId="257"/>
            <ac:spMk id="41" creationId="{E81BF4F6-F2CF-4984-9D14-D6966D92F99F}"/>
          </ac:spMkLst>
        </pc:spChg>
        <pc:spChg chg="add del">
          <ac:chgData name="varsha chaudhary" userId="28d2b53ea8f17f6c" providerId="LiveId" clId="{9C813FCA-55D8-4FEC-B0D5-F6CA1630BFD3}" dt="2024-11-19T23:52:04.284" v="96" actId="26606"/>
          <ac:spMkLst>
            <pc:docMk/>
            <pc:sldMk cId="2685213397" sldId="257"/>
            <ac:spMk id="47" creationId="{4F7EBAE4-9945-4473-9E34-B2C66EA0F03D}"/>
          </ac:spMkLst>
        </pc:spChg>
        <pc:spChg chg="add del">
          <ac:chgData name="varsha chaudhary" userId="28d2b53ea8f17f6c" providerId="LiveId" clId="{9C813FCA-55D8-4FEC-B0D5-F6CA1630BFD3}" dt="2024-11-19T23:52:04.284" v="96" actId="26606"/>
          <ac:spMkLst>
            <pc:docMk/>
            <pc:sldMk cId="2685213397" sldId="257"/>
            <ac:spMk id="49" creationId="{70BEB1E7-2F88-40BC-B73D-42E5B6F80BFC}"/>
          </ac:spMkLst>
        </pc:spChg>
        <pc:spChg chg="add del">
          <ac:chgData name="varsha chaudhary" userId="28d2b53ea8f17f6c" providerId="LiveId" clId="{9C813FCA-55D8-4FEC-B0D5-F6CA1630BFD3}" dt="2024-11-19T23:52:04.284" v="96" actId="26606"/>
          <ac:spMkLst>
            <pc:docMk/>
            <pc:sldMk cId="2685213397" sldId="257"/>
            <ac:spMk id="51" creationId="{A7B99495-F43F-4D80-A44F-2CB4764EB90B}"/>
          </ac:spMkLst>
        </pc:spChg>
        <pc:spChg chg="add del">
          <ac:chgData name="varsha chaudhary" userId="28d2b53ea8f17f6c" providerId="LiveId" clId="{9C813FCA-55D8-4FEC-B0D5-F6CA1630BFD3}" dt="2024-11-19T23:52:08.911" v="100" actId="26606"/>
          <ac:spMkLst>
            <pc:docMk/>
            <pc:sldMk cId="2685213397" sldId="257"/>
            <ac:spMk id="56" creationId="{C0763A76-9F1C-4FC5-82B7-DD475DA461B2}"/>
          </ac:spMkLst>
        </pc:spChg>
        <pc:spChg chg="add del">
          <ac:chgData name="varsha chaudhary" userId="28d2b53ea8f17f6c" providerId="LiveId" clId="{9C813FCA-55D8-4FEC-B0D5-F6CA1630BFD3}" dt="2024-11-19T23:52:08.911" v="100" actId="26606"/>
          <ac:spMkLst>
            <pc:docMk/>
            <pc:sldMk cId="2685213397" sldId="257"/>
            <ac:spMk id="57" creationId="{E81BF4F6-F2CF-4984-9D14-D6966D92F99F}"/>
          </ac:spMkLst>
        </pc:spChg>
        <pc:spChg chg="add del">
          <ac:chgData name="varsha chaudhary" userId="28d2b53ea8f17f6c" providerId="LiveId" clId="{9C813FCA-55D8-4FEC-B0D5-F6CA1630BFD3}" dt="2024-11-19T23:52:11.008" v="102" actId="26606"/>
          <ac:spMkLst>
            <pc:docMk/>
            <pc:sldMk cId="2685213397" sldId="257"/>
            <ac:spMk id="59" creationId="{C0763A76-9F1C-4FC5-82B7-DD475DA461B2}"/>
          </ac:spMkLst>
        </pc:spChg>
        <pc:spChg chg="add del">
          <ac:chgData name="varsha chaudhary" userId="28d2b53ea8f17f6c" providerId="LiveId" clId="{9C813FCA-55D8-4FEC-B0D5-F6CA1630BFD3}" dt="2024-11-19T23:52:11.008" v="102" actId="26606"/>
          <ac:spMkLst>
            <pc:docMk/>
            <pc:sldMk cId="2685213397" sldId="257"/>
            <ac:spMk id="60" creationId="{E81BF4F6-F2CF-4984-9D14-D6966D92F99F}"/>
          </ac:spMkLst>
        </pc:spChg>
        <pc:spChg chg="add del">
          <ac:chgData name="varsha chaudhary" userId="28d2b53ea8f17f6c" providerId="LiveId" clId="{9C813FCA-55D8-4FEC-B0D5-F6CA1630BFD3}" dt="2024-11-19T23:52:17.725" v="104" actId="26606"/>
          <ac:spMkLst>
            <pc:docMk/>
            <pc:sldMk cId="2685213397" sldId="257"/>
            <ac:spMk id="63" creationId="{C0763A76-9F1C-4FC5-82B7-DD475DA461B2}"/>
          </ac:spMkLst>
        </pc:spChg>
        <pc:spChg chg="add del">
          <ac:chgData name="varsha chaudhary" userId="28d2b53ea8f17f6c" providerId="LiveId" clId="{9C813FCA-55D8-4FEC-B0D5-F6CA1630BFD3}" dt="2024-11-19T23:52:17.725" v="104" actId="26606"/>
          <ac:spMkLst>
            <pc:docMk/>
            <pc:sldMk cId="2685213397" sldId="257"/>
            <ac:spMk id="64" creationId="{E81BF4F6-F2CF-4984-9D14-D6966D92F99F}"/>
          </ac:spMkLst>
        </pc:spChg>
        <pc:spChg chg="add">
          <ac:chgData name="varsha chaudhary" userId="28d2b53ea8f17f6c" providerId="LiveId" clId="{9C813FCA-55D8-4FEC-B0D5-F6CA1630BFD3}" dt="2024-11-19T23:52:17.729" v="105" actId="26606"/>
          <ac:spMkLst>
            <pc:docMk/>
            <pc:sldMk cId="2685213397" sldId="257"/>
            <ac:spMk id="67" creationId="{D009D6D5-DAC2-4A8B-A17A-E206B9012D09}"/>
          </ac:spMkLst>
        </pc:spChg>
        <pc:spChg chg="add mod">
          <ac:chgData name="varsha chaudhary" userId="28d2b53ea8f17f6c" providerId="LiveId" clId="{9C813FCA-55D8-4FEC-B0D5-F6CA1630BFD3}" dt="2024-11-20T00:17:50.716" v="293" actId="255"/>
          <ac:spMkLst>
            <pc:docMk/>
            <pc:sldMk cId="2685213397" sldId="257"/>
            <ac:spMk id="68" creationId="{CE76C978-ADD3-7B2C-EA6F-1DCF196CDD2B}"/>
          </ac:spMkLst>
        </pc:spChg>
        <pc:grpChg chg="add del">
          <ac:chgData name="varsha chaudhary" userId="28d2b53ea8f17f6c" providerId="LiveId" clId="{9C813FCA-55D8-4FEC-B0D5-F6CA1630BFD3}" dt="2024-11-19T23:52:06.586" v="98" actId="26606"/>
          <ac:grpSpMkLst>
            <pc:docMk/>
            <pc:sldMk cId="2685213397" sldId="257"/>
            <ac:grpSpMk id="53" creationId="{1FD67D68-9B83-C338-8342-3348D8F22347}"/>
          </ac:grpSpMkLst>
        </pc:grpChg>
        <pc:graphicFrameChg chg="add del">
          <ac:chgData name="varsha chaudhary" userId="28d2b53ea8f17f6c" providerId="LiveId" clId="{9C813FCA-55D8-4FEC-B0D5-F6CA1630BFD3}" dt="2024-11-19T23:52:08.911" v="100" actId="26606"/>
          <ac:graphicFrameMkLst>
            <pc:docMk/>
            <pc:sldMk cId="2685213397" sldId="257"/>
            <ac:graphicFrameMk id="44" creationId="{60FB82E4-BF4C-4560-DA2F-A5875F93273A}"/>
          </ac:graphicFrameMkLst>
        </pc:graphicFrameChg>
        <pc:graphicFrameChg chg="add del">
          <ac:chgData name="varsha chaudhary" userId="28d2b53ea8f17f6c" providerId="LiveId" clId="{9C813FCA-55D8-4FEC-B0D5-F6CA1630BFD3}" dt="2024-11-19T23:52:11.008" v="102" actId="26606"/>
          <ac:graphicFrameMkLst>
            <pc:docMk/>
            <pc:sldMk cId="2685213397" sldId="257"/>
            <ac:graphicFrameMk id="61" creationId="{663A75DF-A65C-9C1C-F729-AC7056599420}"/>
          </ac:graphicFrameMkLst>
        </pc:graphicFrameChg>
        <pc:graphicFrameChg chg="add del">
          <ac:chgData name="varsha chaudhary" userId="28d2b53ea8f17f6c" providerId="LiveId" clId="{9C813FCA-55D8-4FEC-B0D5-F6CA1630BFD3}" dt="2024-11-19T23:52:17.725" v="104" actId="26606"/>
          <ac:graphicFrameMkLst>
            <pc:docMk/>
            <pc:sldMk cId="2685213397" sldId="257"/>
            <ac:graphicFrameMk id="65" creationId="{60FB82E4-BF4C-4560-DA2F-A5875F93273A}"/>
          </ac:graphicFrameMkLst>
        </pc:graphicFrameChg>
        <pc:picChg chg="add del">
          <ac:chgData name="varsha chaudhary" userId="28d2b53ea8f17f6c" providerId="LiveId" clId="{9C813FCA-55D8-4FEC-B0D5-F6CA1630BFD3}" dt="2024-11-19T23:51:07.696" v="85" actId="26606"/>
          <ac:picMkLst>
            <pc:docMk/>
            <pc:sldMk cId="2685213397" sldId="257"/>
            <ac:picMk id="5" creationId="{B8D22991-3753-713E-DADD-C4F21BEAB63E}"/>
          </ac:picMkLst>
        </pc:picChg>
        <pc:picChg chg="add del">
          <ac:chgData name="varsha chaudhary" userId="28d2b53ea8f17f6c" providerId="LiveId" clId="{9C813FCA-55D8-4FEC-B0D5-F6CA1630BFD3}" dt="2024-11-19T23:51:24.482" v="89" actId="26606"/>
          <ac:picMkLst>
            <pc:docMk/>
            <pc:sldMk cId="2685213397" sldId="257"/>
            <ac:picMk id="33" creationId="{CE6BD23B-3053-9C7A-7E6C-7966D8B5E749}"/>
          </ac:picMkLst>
        </pc:picChg>
        <pc:picChg chg="add mod">
          <ac:chgData name="varsha chaudhary" userId="28d2b53ea8f17f6c" providerId="LiveId" clId="{9C813FCA-55D8-4FEC-B0D5-F6CA1630BFD3}" dt="2024-11-19T23:52:26.809" v="106" actId="14100"/>
          <ac:picMkLst>
            <pc:docMk/>
            <pc:sldMk cId="2685213397" sldId="257"/>
            <ac:picMk id="42" creationId="{2DD24E1A-1CDB-0E2C-CBA6-36C46757541F}"/>
          </ac:picMkLst>
        </pc:picChg>
        <pc:cxnChg chg="add del">
          <ac:chgData name="varsha chaudhary" userId="28d2b53ea8f17f6c" providerId="LiveId" clId="{9C813FCA-55D8-4FEC-B0D5-F6CA1630BFD3}" dt="2024-11-19T23:50:53.350" v="77" actId="26606"/>
          <ac:cxnSpMkLst>
            <pc:docMk/>
            <pc:sldMk cId="2685213397" sldId="257"/>
            <ac:cxnSpMk id="10" creationId="{EE504C98-6397-41C1-A8D8-2D9C4ED307E0}"/>
          </ac:cxnSpMkLst>
        </pc:cxnChg>
        <pc:cxnChg chg="add del">
          <ac:chgData name="varsha chaudhary" userId="28d2b53ea8f17f6c" providerId="LiveId" clId="{9C813FCA-55D8-4FEC-B0D5-F6CA1630BFD3}" dt="2024-11-19T23:51:14.210" v="87" actId="26606"/>
          <ac:cxnSpMkLst>
            <pc:docMk/>
            <pc:sldMk cId="2685213397" sldId="257"/>
            <ac:cxnSpMk id="18" creationId="{4B3BCACB-5880-460B-9606-8C433A9AF99D}"/>
          </ac:cxnSpMkLst>
        </pc:cxnChg>
      </pc:sldChg>
      <pc:sldChg chg="addSp delSp modSp mod setBg setClrOvrMap">
        <pc:chgData name="varsha chaudhary" userId="28d2b53ea8f17f6c" providerId="LiveId" clId="{9C813FCA-55D8-4FEC-B0D5-F6CA1630BFD3}" dt="2024-11-19T23:58:26.421" v="167" actId="14100"/>
        <pc:sldMkLst>
          <pc:docMk/>
          <pc:sldMk cId="1218605677" sldId="258"/>
        </pc:sldMkLst>
        <pc:spChg chg="add del">
          <ac:chgData name="varsha chaudhary" userId="28d2b53ea8f17f6c" providerId="LiveId" clId="{9C813FCA-55D8-4FEC-B0D5-F6CA1630BFD3}" dt="2024-11-19T23:55:51.964" v="145" actId="26606"/>
          <ac:spMkLst>
            <pc:docMk/>
            <pc:sldMk cId="1218605677" sldId="258"/>
            <ac:spMk id="3" creationId="{BE87CF9C-F8A3-8ADA-E29F-7C2A9DDBA018}"/>
          </ac:spMkLst>
        </pc:spChg>
        <pc:spChg chg="add del">
          <ac:chgData name="varsha chaudhary" userId="28d2b53ea8f17f6c" providerId="LiveId" clId="{9C813FCA-55D8-4FEC-B0D5-F6CA1630BFD3}" dt="2024-11-19T23:54:48.502" v="134" actId="26606"/>
          <ac:spMkLst>
            <pc:docMk/>
            <pc:sldMk cId="1218605677" sldId="258"/>
            <ac:spMk id="10" creationId="{E10650BA-D090-4A23-98E3-B48BBAEA9201}"/>
          </ac:spMkLst>
        </pc:spChg>
        <pc:spChg chg="add del">
          <ac:chgData name="varsha chaudhary" userId="28d2b53ea8f17f6c" providerId="LiveId" clId="{9C813FCA-55D8-4FEC-B0D5-F6CA1630BFD3}" dt="2024-11-19T23:55:30.038" v="138" actId="26606"/>
          <ac:spMkLst>
            <pc:docMk/>
            <pc:sldMk cId="1218605677" sldId="258"/>
            <ac:spMk id="11" creationId="{59B296B9-C5A5-4E4F-9B60-C907B5F1466C}"/>
          </ac:spMkLst>
        </pc:spChg>
        <pc:spChg chg="add del">
          <ac:chgData name="varsha chaudhary" userId="28d2b53ea8f17f6c" providerId="LiveId" clId="{9C813FCA-55D8-4FEC-B0D5-F6CA1630BFD3}" dt="2024-11-19T23:55:30.038" v="138" actId="26606"/>
          <ac:spMkLst>
            <pc:docMk/>
            <pc:sldMk cId="1218605677" sldId="258"/>
            <ac:spMk id="13" creationId="{D0300FD3-5AF1-6305-15FA-9078072672E2}"/>
          </ac:spMkLst>
        </pc:spChg>
        <pc:spChg chg="add del">
          <ac:chgData name="varsha chaudhary" userId="28d2b53ea8f17f6c" providerId="LiveId" clId="{9C813FCA-55D8-4FEC-B0D5-F6CA1630BFD3}" dt="2024-11-19T23:55:30.038" v="138" actId="26606"/>
          <ac:spMkLst>
            <pc:docMk/>
            <pc:sldMk cId="1218605677" sldId="258"/>
            <ac:spMk id="21" creationId="{9F7D5CDA-D291-4307-BF55-1381FED29634}"/>
          </ac:spMkLst>
        </pc:spChg>
        <pc:spChg chg="add del">
          <ac:chgData name="varsha chaudhary" userId="28d2b53ea8f17f6c" providerId="LiveId" clId="{9C813FCA-55D8-4FEC-B0D5-F6CA1630BFD3}" dt="2024-11-19T23:55:30.038" v="138" actId="26606"/>
          <ac:spMkLst>
            <pc:docMk/>
            <pc:sldMk cId="1218605677" sldId="258"/>
            <ac:spMk id="23" creationId="{BE87CF9C-F8A3-8ADA-E29F-7C2A9DDBA018}"/>
          </ac:spMkLst>
        </pc:spChg>
        <pc:spChg chg="add del">
          <ac:chgData name="varsha chaudhary" userId="28d2b53ea8f17f6c" providerId="LiveId" clId="{9C813FCA-55D8-4FEC-B0D5-F6CA1630BFD3}" dt="2024-11-19T23:55:51.955" v="144" actId="26606"/>
          <ac:spMkLst>
            <pc:docMk/>
            <pc:sldMk cId="1218605677" sldId="258"/>
            <ac:spMk id="29" creationId="{D009D6D5-DAC2-4A8B-A17A-E206B9012D09}"/>
          </ac:spMkLst>
        </pc:spChg>
        <pc:spChg chg="add del">
          <ac:chgData name="varsha chaudhary" userId="28d2b53ea8f17f6c" providerId="LiveId" clId="{9C813FCA-55D8-4FEC-B0D5-F6CA1630BFD3}" dt="2024-11-19T23:55:51.955" v="144" actId="26606"/>
          <ac:spMkLst>
            <pc:docMk/>
            <pc:sldMk cId="1218605677" sldId="258"/>
            <ac:spMk id="30" creationId="{BE87CF9C-F8A3-8ADA-E29F-7C2A9DDBA018}"/>
          </ac:spMkLst>
        </pc:spChg>
        <pc:spChg chg="add del">
          <ac:chgData name="varsha chaudhary" userId="28d2b53ea8f17f6c" providerId="LiveId" clId="{9C813FCA-55D8-4FEC-B0D5-F6CA1630BFD3}" dt="2024-11-19T23:57:15.718" v="159" actId="26606"/>
          <ac:spMkLst>
            <pc:docMk/>
            <pc:sldMk cId="1218605677" sldId="258"/>
            <ac:spMk id="33" creationId="{C0763A76-9F1C-4FC5-82B7-DD475DA461B2}"/>
          </ac:spMkLst>
        </pc:spChg>
        <pc:spChg chg="add del">
          <ac:chgData name="varsha chaudhary" userId="28d2b53ea8f17f6c" providerId="LiveId" clId="{9C813FCA-55D8-4FEC-B0D5-F6CA1630BFD3}" dt="2024-11-19T23:57:15.718" v="159" actId="26606"/>
          <ac:spMkLst>
            <pc:docMk/>
            <pc:sldMk cId="1218605677" sldId="258"/>
            <ac:spMk id="34" creationId="{E81BF4F6-F2CF-4984-9D14-D6966D92F99F}"/>
          </ac:spMkLst>
        </pc:spChg>
        <pc:spChg chg="add del">
          <ac:chgData name="varsha chaudhary" userId="28d2b53ea8f17f6c" providerId="LiveId" clId="{9C813FCA-55D8-4FEC-B0D5-F6CA1630BFD3}" dt="2024-11-19T23:57:15.718" v="159" actId="26606"/>
          <ac:spMkLst>
            <pc:docMk/>
            <pc:sldMk cId="1218605677" sldId="258"/>
            <ac:spMk id="35" creationId="{BE87CF9C-F8A3-8ADA-E29F-7C2A9DDBA018}"/>
          </ac:spMkLst>
        </pc:spChg>
        <pc:spChg chg="add del">
          <ac:chgData name="varsha chaudhary" userId="28d2b53ea8f17f6c" providerId="LiveId" clId="{9C813FCA-55D8-4FEC-B0D5-F6CA1630BFD3}" dt="2024-11-19T23:56:45.790" v="150" actId="26606"/>
          <ac:spMkLst>
            <pc:docMk/>
            <pc:sldMk cId="1218605677" sldId="258"/>
            <ac:spMk id="40" creationId="{BE87CF9C-F8A3-8ADA-E29F-7C2A9DDBA018}"/>
          </ac:spMkLst>
        </pc:spChg>
        <pc:spChg chg="add del">
          <ac:chgData name="varsha chaudhary" userId="28d2b53ea8f17f6c" providerId="LiveId" clId="{9C813FCA-55D8-4FEC-B0D5-F6CA1630BFD3}" dt="2024-11-19T23:56:45.790" v="150" actId="26606"/>
          <ac:spMkLst>
            <pc:docMk/>
            <pc:sldMk cId="1218605677" sldId="258"/>
            <ac:spMk id="41" creationId="{B50AB553-2A96-4A92-96F2-93548E096954}"/>
          </ac:spMkLst>
        </pc:spChg>
        <pc:spChg chg="add del">
          <ac:chgData name="varsha chaudhary" userId="28d2b53ea8f17f6c" providerId="LiveId" clId="{9C813FCA-55D8-4FEC-B0D5-F6CA1630BFD3}" dt="2024-11-19T23:56:54.279" v="152" actId="26606"/>
          <ac:spMkLst>
            <pc:docMk/>
            <pc:sldMk cId="1218605677" sldId="258"/>
            <ac:spMk id="43" creationId="{9228552E-C8B1-4A80-8448-0787CE0FC704}"/>
          </ac:spMkLst>
        </pc:spChg>
        <pc:spChg chg="add del">
          <ac:chgData name="varsha chaudhary" userId="28d2b53ea8f17f6c" providerId="LiveId" clId="{9C813FCA-55D8-4FEC-B0D5-F6CA1630BFD3}" dt="2024-11-19T23:56:54.279" v="152" actId="26606"/>
          <ac:spMkLst>
            <pc:docMk/>
            <pc:sldMk cId="1218605677" sldId="258"/>
            <ac:spMk id="44" creationId="{BE87CF9C-F8A3-8ADA-E29F-7C2A9DDBA018}"/>
          </ac:spMkLst>
        </pc:spChg>
        <pc:spChg chg="add del">
          <ac:chgData name="varsha chaudhary" userId="28d2b53ea8f17f6c" providerId="LiveId" clId="{9C813FCA-55D8-4FEC-B0D5-F6CA1630BFD3}" dt="2024-11-19T23:56:58.617" v="154" actId="26606"/>
          <ac:spMkLst>
            <pc:docMk/>
            <pc:sldMk cId="1218605677" sldId="258"/>
            <ac:spMk id="46" creationId="{1A9F7B4E-B03D-4F64-BE33-00D074458D45}"/>
          </ac:spMkLst>
        </pc:spChg>
        <pc:spChg chg="add del">
          <ac:chgData name="varsha chaudhary" userId="28d2b53ea8f17f6c" providerId="LiveId" clId="{9C813FCA-55D8-4FEC-B0D5-F6CA1630BFD3}" dt="2024-11-19T23:56:58.617" v="154" actId="26606"/>
          <ac:spMkLst>
            <pc:docMk/>
            <pc:sldMk cId="1218605677" sldId="258"/>
            <ac:spMk id="47" creationId="{7E2BE7F7-CA89-4002-ACCE-A478AEA24F5E}"/>
          </ac:spMkLst>
        </pc:spChg>
        <pc:spChg chg="add del">
          <ac:chgData name="varsha chaudhary" userId="28d2b53ea8f17f6c" providerId="LiveId" clId="{9C813FCA-55D8-4FEC-B0D5-F6CA1630BFD3}" dt="2024-11-19T23:56:58.617" v="154" actId="26606"/>
          <ac:spMkLst>
            <pc:docMk/>
            <pc:sldMk cId="1218605677" sldId="258"/>
            <ac:spMk id="48" creationId="{BE87CF9C-F8A3-8ADA-E29F-7C2A9DDBA018}"/>
          </ac:spMkLst>
        </pc:spChg>
        <pc:spChg chg="add del">
          <ac:chgData name="varsha chaudhary" userId="28d2b53ea8f17f6c" providerId="LiveId" clId="{9C813FCA-55D8-4FEC-B0D5-F6CA1630BFD3}" dt="2024-11-19T23:57:01.601" v="156" actId="26606"/>
          <ac:spMkLst>
            <pc:docMk/>
            <pc:sldMk cId="1218605677" sldId="258"/>
            <ac:spMk id="50" creationId="{362810D9-2C5A-477D-949C-C191895477F3}"/>
          </ac:spMkLst>
        </pc:spChg>
        <pc:spChg chg="add del">
          <ac:chgData name="varsha chaudhary" userId="28d2b53ea8f17f6c" providerId="LiveId" clId="{9C813FCA-55D8-4FEC-B0D5-F6CA1630BFD3}" dt="2024-11-19T23:57:01.601" v="156" actId="26606"/>
          <ac:spMkLst>
            <pc:docMk/>
            <pc:sldMk cId="1218605677" sldId="258"/>
            <ac:spMk id="51" creationId="{081E4A58-353D-44AE-B2FC-2A74E2E400F7}"/>
          </ac:spMkLst>
        </pc:spChg>
        <pc:spChg chg="add del">
          <ac:chgData name="varsha chaudhary" userId="28d2b53ea8f17f6c" providerId="LiveId" clId="{9C813FCA-55D8-4FEC-B0D5-F6CA1630BFD3}" dt="2024-11-19T23:57:01.601" v="156" actId="26606"/>
          <ac:spMkLst>
            <pc:docMk/>
            <pc:sldMk cId="1218605677" sldId="258"/>
            <ac:spMk id="52" creationId="{BE87CF9C-F8A3-8ADA-E29F-7C2A9DDBA018}"/>
          </ac:spMkLst>
        </pc:spChg>
        <pc:spChg chg="add del">
          <ac:chgData name="varsha chaudhary" userId="28d2b53ea8f17f6c" providerId="LiveId" clId="{9C813FCA-55D8-4FEC-B0D5-F6CA1630BFD3}" dt="2024-11-19T23:57:15.698" v="158" actId="26606"/>
          <ac:spMkLst>
            <pc:docMk/>
            <pc:sldMk cId="1218605677" sldId="258"/>
            <ac:spMk id="54" creationId="{BE87CF9C-F8A3-8ADA-E29F-7C2A9DDBA018}"/>
          </ac:spMkLst>
        </pc:spChg>
        <pc:spChg chg="add">
          <ac:chgData name="varsha chaudhary" userId="28d2b53ea8f17f6c" providerId="LiveId" clId="{9C813FCA-55D8-4FEC-B0D5-F6CA1630BFD3}" dt="2024-11-19T23:57:15.718" v="159" actId="26606"/>
          <ac:spMkLst>
            <pc:docMk/>
            <pc:sldMk cId="1218605677" sldId="258"/>
            <ac:spMk id="56" creationId="{D009D6D5-DAC2-4A8B-A17A-E206B9012D09}"/>
          </ac:spMkLst>
        </pc:spChg>
        <pc:spChg chg="add mod">
          <ac:chgData name="varsha chaudhary" userId="28d2b53ea8f17f6c" providerId="LiveId" clId="{9C813FCA-55D8-4FEC-B0D5-F6CA1630BFD3}" dt="2024-11-19T23:58:18.657" v="166" actId="14100"/>
          <ac:spMkLst>
            <pc:docMk/>
            <pc:sldMk cId="1218605677" sldId="258"/>
            <ac:spMk id="57" creationId="{BE87CF9C-F8A3-8ADA-E29F-7C2A9DDBA018}"/>
          </ac:spMkLst>
        </pc:spChg>
        <pc:grpChg chg="add del">
          <ac:chgData name="varsha chaudhary" userId="28d2b53ea8f17f6c" providerId="LiveId" clId="{9C813FCA-55D8-4FEC-B0D5-F6CA1630BFD3}" dt="2024-11-19T23:54:48.502" v="134" actId="26606"/>
          <ac:grpSpMkLst>
            <pc:docMk/>
            <pc:sldMk cId="1218605677" sldId="258"/>
            <ac:grpSpMk id="12" creationId="{FFB939B9-73CE-4644-87BB-72AEBF001142}"/>
          </ac:grpSpMkLst>
        </pc:grpChg>
        <pc:graphicFrameChg chg="add del">
          <ac:chgData name="varsha chaudhary" userId="28d2b53ea8f17f6c" providerId="LiveId" clId="{9C813FCA-55D8-4FEC-B0D5-F6CA1630BFD3}" dt="2024-11-19T23:54:41.259" v="132" actId="26606"/>
          <ac:graphicFrameMkLst>
            <pc:docMk/>
            <pc:sldMk cId="1218605677" sldId="258"/>
            <ac:graphicFrameMk id="5" creationId="{B60CF891-311E-A060-5E55-EA036C3B6DD1}"/>
          </ac:graphicFrameMkLst>
        </pc:graphicFrameChg>
        <pc:graphicFrameChg chg="add del">
          <ac:chgData name="varsha chaudhary" userId="28d2b53ea8f17f6c" providerId="LiveId" clId="{9C813FCA-55D8-4FEC-B0D5-F6CA1630BFD3}" dt="2024-11-19T23:54:48.502" v="134" actId="26606"/>
          <ac:graphicFrameMkLst>
            <pc:docMk/>
            <pc:sldMk cId="1218605677" sldId="258"/>
            <ac:graphicFrameMk id="9" creationId="{1D5160A2-D309-7445-8C80-521444EED209}"/>
          </ac:graphicFrameMkLst>
        </pc:graphicFrameChg>
        <pc:graphicFrameChg chg="add del">
          <ac:chgData name="varsha chaudhary" userId="28d2b53ea8f17f6c" providerId="LiveId" clId="{9C813FCA-55D8-4FEC-B0D5-F6CA1630BFD3}" dt="2024-11-19T23:55:03.743" v="136" actId="26606"/>
          <ac:graphicFrameMkLst>
            <pc:docMk/>
            <pc:sldMk cId="1218605677" sldId="258"/>
            <ac:graphicFrameMk id="19" creationId="{969EC861-80D8-828B-66C7-E16945C27B41}"/>
          </ac:graphicFrameMkLst>
        </pc:graphicFrameChg>
        <pc:graphicFrameChg chg="add del">
          <ac:chgData name="varsha chaudhary" userId="28d2b53ea8f17f6c" providerId="LiveId" clId="{9C813FCA-55D8-4FEC-B0D5-F6CA1630BFD3}" dt="2024-11-19T23:55:35.391" v="140" actId="26606"/>
          <ac:graphicFrameMkLst>
            <pc:docMk/>
            <pc:sldMk cId="1218605677" sldId="258"/>
            <ac:graphicFrameMk id="25" creationId="{969EC861-80D8-828B-66C7-E16945C27B41}"/>
          </ac:graphicFrameMkLst>
        </pc:graphicFrameChg>
        <pc:graphicFrameChg chg="add del">
          <ac:chgData name="varsha chaudhary" userId="28d2b53ea8f17f6c" providerId="LiveId" clId="{9C813FCA-55D8-4FEC-B0D5-F6CA1630BFD3}" dt="2024-11-19T23:55:43.732" v="142" actId="26606"/>
          <ac:graphicFrameMkLst>
            <pc:docMk/>
            <pc:sldMk cId="1218605677" sldId="258"/>
            <ac:graphicFrameMk id="27" creationId="{06B676FD-C2C3-B6CB-4A38-D8B551FF665D}"/>
          </ac:graphicFrameMkLst>
        </pc:graphicFrameChg>
        <pc:graphicFrameChg chg="add del">
          <ac:chgData name="varsha chaudhary" userId="28d2b53ea8f17f6c" providerId="LiveId" clId="{9C813FCA-55D8-4FEC-B0D5-F6CA1630BFD3}" dt="2024-11-19T23:56:36.241" v="148" actId="26606"/>
          <ac:graphicFrameMkLst>
            <pc:docMk/>
            <pc:sldMk cId="1218605677" sldId="258"/>
            <ac:graphicFrameMk id="38" creationId="{16433CD0-E375-B267-406D-0C9A517A0636}"/>
          </ac:graphicFrameMkLst>
        </pc:graphicFrameChg>
        <pc:picChg chg="add del">
          <ac:chgData name="varsha chaudhary" userId="28d2b53ea8f17f6c" providerId="LiveId" clId="{9C813FCA-55D8-4FEC-B0D5-F6CA1630BFD3}" dt="2024-11-19T23:54:41.259" v="132" actId="26606"/>
          <ac:picMkLst>
            <pc:docMk/>
            <pc:sldMk cId="1218605677" sldId="258"/>
            <ac:picMk id="6" creationId="{02213BD7-B893-206C-3EDA-1DC6BED77C0B}"/>
          </ac:picMkLst>
        </pc:picChg>
        <pc:picChg chg="add del">
          <ac:chgData name="varsha chaudhary" userId="28d2b53ea8f17f6c" providerId="LiveId" clId="{9C813FCA-55D8-4FEC-B0D5-F6CA1630BFD3}" dt="2024-11-19T23:54:48.502" v="134" actId="26606"/>
          <ac:picMkLst>
            <pc:docMk/>
            <pc:sldMk cId="1218605677" sldId="258"/>
            <ac:picMk id="8" creationId="{A4187BA5-F952-CEF9-E1FB-07E21BEC3994}"/>
          </ac:picMkLst>
        </pc:picChg>
        <pc:picChg chg="add del">
          <ac:chgData name="varsha chaudhary" userId="28d2b53ea8f17f6c" providerId="LiveId" clId="{9C813FCA-55D8-4FEC-B0D5-F6CA1630BFD3}" dt="2024-11-19T23:55:30.038" v="138" actId="26606"/>
          <ac:picMkLst>
            <pc:docMk/>
            <pc:sldMk cId="1218605677" sldId="258"/>
            <ac:picMk id="22" creationId="{751DC56F-8949-159B-742B-5C28731A674C}"/>
          </ac:picMkLst>
        </pc:picChg>
        <pc:picChg chg="add del">
          <ac:chgData name="varsha chaudhary" userId="28d2b53ea8f17f6c" providerId="LiveId" clId="{9C813FCA-55D8-4FEC-B0D5-F6CA1630BFD3}" dt="2024-11-19T23:55:51.955" v="144" actId="26606"/>
          <ac:picMkLst>
            <pc:docMk/>
            <pc:sldMk cId="1218605677" sldId="258"/>
            <ac:picMk id="31" creationId="{0B1782B9-51E9-EE46-BA6B-9E282BFA5A1F}"/>
          </ac:picMkLst>
        </pc:picChg>
        <pc:picChg chg="add mod">
          <ac:chgData name="varsha chaudhary" userId="28d2b53ea8f17f6c" providerId="LiveId" clId="{9C813FCA-55D8-4FEC-B0D5-F6CA1630BFD3}" dt="2024-11-19T23:58:26.421" v="167" actId="14100"/>
          <ac:picMkLst>
            <pc:docMk/>
            <pc:sldMk cId="1218605677" sldId="258"/>
            <ac:picMk id="36" creationId="{F6BFD11F-3EE9-FA61-D330-7F4F17DD3D9A}"/>
          </ac:picMkLst>
        </pc:picChg>
      </pc:sldChg>
      <pc:sldChg chg="addSp delSp modSp mod setBg">
        <pc:chgData name="varsha chaudhary" userId="28d2b53ea8f17f6c" providerId="LiveId" clId="{9C813FCA-55D8-4FEC-B0D5-F6CA1630BFD3}" dt="2024-11-20T00:03:25.211" v="202" actId="14100"/>
        <pc:sldMkLst>
          <pc:docMk/>
          <pc:sldMk cId="1245098563" sldId="259"/>
        </pc:sldMkLst>
        <pc:spChg chg="mod">
          <ac:chgData name="varsha chaudhary" userId="28d2b53ea8f17f6c" providerId="LiveId" clId="{9C813FCA-55D8-4FEC-B0D5-F6CA1630BFD3}" dt="2024-11-20T00:03:25.211" v="202" actId="14100"/>
          <ac:spMkLst>
            <pc:docMk/>
            <pc:sldMk cId="1245098563" sldId="259"/>
            <ac:spMk id="3" creationId="{014DB8A1-FB65-034D-C2F0-4EAE7E6ADA7D}"/>
          </ac:spMkLst>
        </pc:spChg>
        <pc:spChg chg="add del">
          <ac:chgData name="varsha chaudhary" userId="28d2b53ea8f17f6c" providerId="LiveId" clId="{9C813FCA-55D8-4FEC-B0D5-F6CA1630BFD3}" dt="2024-11-20T00:02:52.244" v="194" actId="26606"/>
          <ac:spMkLst>
            <pc:docMk/>
            <pc:sldMk cId="1245098563" sldId="259"/>
            <ac:spMk id="14" creationId="{D009D6D5-DAC2-4A8B-A17A-E206B9012D09}"/>
          </ac:spMkLst>
        </pc:spChg>
        <pc:spChg chg="add">
          <ac:chgData name="varsha chaudhary" userId="28d2b53ea8f17f6c" providerId="LiveId" clId="{9C813FCA-55D8-4FEC-B0D5-F6CA1630BFD3}" dt="2024-11-20T00:02:52.244" v="195" actId="26606"/>
          <ac:spMkLst>
            <pc:docMk/>
            <pc:sldMk cId="1245098563" sldId="259"/>
            <ac:spMk id="16" creationId="{D1EA859B-E555-4109-94F3-6700E046E008}"/>
          </ac:spMkLst>
        </pc:spChg>
        <pc:spChg chg="add">
          <ac:chgData name="varsha chaudhary" userId="28d2b53ea8f17f6c" providerId="LiveId" clId="{9C813FCA-55D8-4FEC-B0D5-F6CA1630BFD3}" dt="2024-11-20T00:02:52.244" v="195" actId="26606"/>
          <ac:spMkLst>
            <pc:docMk/>
            <pc:sldMk cId="1245098563" sldId="259"/>
            <ac:spMk id="17" creationId="{04812C46-200A-4DEB-A05E-3ED6C68C2387}"/>
          </ac:spMkLst>
        </pc:spChg>
        <pc:picChg chg="add mod ord">
          <ac:chgData name="varsha chaudhary" userId="28d2b53ea8f17f6c" providerId="LiveId" clId="{9C813FCA-55D8-4FEC-B0D5-F6CA1630BFD3}" dt="2024-11-20T00:02:52.244" v="195" actId="26606"/>
          <ac:picMkLst>
            <pc:docMk/>
            <pc:sldMk cId="1245098563" sldId="259"/>
            <ac:picMk id="5" creationId="{B89CAF8C-309F-903A-7FBB-1775C74D3623}"/>
          </ac:picMkLst>
        </pc:picChg>
        <pc:cxnChg chg="add del">
          <ac:chgData name="varsha chaudhary" userId="28d2b53ea8f17f6c" providerId="LiveId" clId="{9C813FCA-55D8-4FEC-B0D5-F6CA1630BFD3}" dt="2024-11-20T00:02:52.244" v="195" actId="26606"/>
          <ac:cxnSpMkLst>
            <pc:docMk/>
            <pc:sldMk cId="1245098563" sldId="259"/>
            <ac:cxnSpMk id="9" creationId="{249EDD1B-F94D-B4E6-ACAA-566B9A26FDE3}"/>
          </ac:cxnSpMkLst>
        </pc:cxnChg>
      </pc:sldChg>
      <pc:sldChg chg="addSp delSp modSp mod setBg setClrOvrMap">
        <pc:chgData name="varsha chaudhary" userId="28d2b53ea8f17f6c" providerId="LiveId" clId="{9C813FCA-55D8-4FEC-B0D5-F6CA1630BFD3}" dt="2024-11-20T00:01:08.859" v="190" actId="14100"/>
        <pc:sldMkLst>
          <pc:docMk/>
          <pc:sldMk cId="3970529494" sldId="260"/>
        </pc:sldMkLst>
        <pc:spChg chg="add del mod">
          <ac:chgData name="varsha chaudhary" userId="28d2b53ea8f17f6c" providerId="LiveId" clId="{9C813FCA-55D8-4FEC-B0D5-F6CA1630BFD3}" dt="2024-11-19T23:59:26.218" v="174" actId="26606"/>
          <ac:spMkLst>
            <pc:docMk/>
            <pc:sldMk cId="3970529494" sldId="260"/>
            <ac:spMk id="5" creationId="{B232DE40-12B1-F264-2DAA-13EBFC06A687}"/>
          </ac:spMkLst>
        </pc:spChg>
        <pc:spChg chg="add del">
          <ac:chgData name="varsha chaudhary" userId="28d2b53ea8f17f6c" providerId="LiveId" clId="{9C813FCA-55D8-4FEC-B0D5-F6CA1630BFD3}" dt="2024-11-19T23:58:59.458" v="169" actId="26606"/>
          <ac:spMkLst>
            <pc:docMk/>
            <pc:sldMk cId="3970529494" sldId="260"/>
            <ac:spMk id="11" creationId="{9228552E-C8B1-4A80-8448-0787CE0FC704}"/>
          </ac:spMkLst>
        </pc:spChg>
        <pc:spChg chg="add del">
          <ac:chgData name="varsha chaudhary" userId="28d2b53ea8f17f6c" providerId="LiveId" clId="{9C813FCA-55D8-4FEC-B0D5-F6CA1630BFD3}" dt="2024-11-19T23:59:26.187" v="173" actId="26606"/>
          <ac:spMkLst>
            <pc:docMk/>
            <pc:sldMk cId="3970529494" sldId="260"/>
            <ac:spMk id="12" creationId="{257363FD-7E77-4145-9483-331A807ADF0E}"/>
          </ac:spMkLst>
        </pc:spChg>
        <pc:spChg chg="add del">
          <ac:chgData name="varsha chaudhary" userId="28d2b53ea8f17f6c" providerId="LiveId" clId="{9C813FCA-55D8-4FEC-B0D5-F6CA1630BFD3}" dt="2024-11-20T00:00:23.026" v="179" actId="26606"/>
          <ac:spMkLst>
            <pc:docMk/>
            <pc:sldMk cId="3970529494" sldId="260"/>
            <ac:spMk id="17" creationId="{9228552E-C8B1-4A80-8448-0787CE0FC704}"/>
          </ac:spMkLst>
        </pc:spChg>
        <pc:spChg chg="add mod ord">
          <ac:chgData name="varsha chaudhary" userId="28d2b53ea8f17f6c" providerId="LiveId" clId="{9C813FCA-55D8-4FEC-B0D5-F6CA1630BFD3}" dt="2024-11-20T00:01:08.859" v="190" actId="14100"/>
          <ac:spMkLst>
            <pc:docMk/>
            <pc:sldMk cId="3970529494" sldId="260"/>
            <ac:spMk id="19" creationId="{B232DE40-12B1-F264-2DAA-13EBFC06A687}"/>
          </ac:spMkLst>
        </pc:spChg>
        <pc:spChg chg="add del">
          <ac:chgData name="varsha chaudhary" userId="28d2b53ea8f17f6c" providerId="LiveId" clId="{9C813FCA-55D8-4FEC-B0D5-F6CA1630BFD3}" dt="2024-11-20T00:00:33.316" v="181" actId="26606"/>
          <ac:spMkLst>
            <pc:docMk/>
            <pc:sldMk cId="3970529494" sldId="260"/>
            <ac:spMk id="24" creationId="{04812C46-200A-4DEB-A05E-3ED6C68C2387}"/>
          </ac:spMkLst>
        </pc:spChg>
        <pc:spChg chg="add del">
          <ac:chgData name="varsha chaudhary" userId="28d2b53ea8f17f6c" providerId="LiveId" clId="{9C813FCA-55D8-4FEC-B0D5-F6CA1630BFD3}" dt="2024-11-20T00:00:33.316" v="181" actId="26606"/>
          <ac:spMkLst>
            <pc:docMk/>
            <pc:sldMk cId="3970529494" sldId="260"/>
            <ac:spMk id="26" creationId="{D1EA859B-E555-4109-94F3-6700E046E008}"/>
          </ac:spMkLst>
        </pc:spChg>
        <pc:spChg chg="add del">
          <ac:chgData name="varsha chaudhary" userId="28d2b53ea8f17f6c" providerId="LiveId" clId="{9C813FCA-55D8-4FEC-B0D5-F6CA1630BFD3}" dt="2024-11-20T00:00:43.286" v="184" actId="26606"/>
          <ac:spMkLst>
            <pc:docMk/>
            <pc:sldMk cId="3970529494" sldId="260"/>
            <ac:spMk id="31" creationId="{D009D6D5-DAC2-4A8B-A17A-E206B9012D09}"/>
          </ac:spMkLst>
        </pc:spChg>
        <pc:spChg chg="add">
          <ac:chgData name="varsha chaudhary" userId="28d2b53ea8f17f6c" providerId="LiveId" clId="{9C813FCA-55D8-4FEC-B0D5-F6CA1630BFD3}" dt="2024-11-20T00:00:43.286" v="184" actId="26606"/>
          <ac:spMkLst>
            <pc:docMk/>
            <pc:sldMk cId="3970529494" sldId="260"/>
            <ac:spMk id="36" creationId="{04812C46-200A-4DEB-A05E-3ED6C68C2387}"/>
          </ac:spMkLst>
        </pc:spChg>
        <pc:spChg chg="add">
          <ac:chgData name="varsha chaudhary" userId="28d2b53ea8f17f6c" providerId="LiveId" clId="{9C813FCA-55D8-4FEC-B0D5-F6CA1630BFD3}" dt="2024-11-20T00:00:43.286" v="184" actId="26606"/>
          <ac:spMkLst>
            <pc:docMk/>
            <pc:sldMk cId="3970529494" sldId="260"/>
            <ac:spMk id="38" creationId="{D1EA859B-E555-4109-94F3-6700E046E008}"/>
          </ac:spMkLst>
        </pc:spChg>
        <pc:graphicFrameChg chg="add del">
          <ac:chgData name="varsha chaudhary" userId="28d2b53ea8f17f6c" providerId="LiveId" clId="{9C813FCA-55D8-4FEC-B0D5-F6CA1630BFD3}" dt="2024-11-19T23:59:26.187" v="173" actId="26606"/>
          <ac:graphicFrameMkLst>
            <pc:docMk/>
            <pc:sldMk cId="3970529494" sldId="260"/>
            <ac:graphicFrameMk id="15" creationId="{ABDC225C-3820-AA94-B364-AB60EAFA2ECD}"/>
          </ac:graphicFrameMkLst>
        </pc:graphicFrameChg>
        <pc:picChg chg="add del">
          <ac:chgData name="varsha chaudhary" userId="28d2b53ea8f17f6c" providerId="LiveId" clId="{9C813FCA-55D8-4FEC-B0D5-F6CA1630BFD3}" dt="2024-11-19T23:58:59.458" v="169" actId="26606"/>
          <ac:picMkLst>
            <pc:docMk/>
            <pc:sldMk cId="3970529494" sldId="260"/>
            <ac:picMk id="7" creationId="{514F534A-61C7-2834-4316-DECF12AED933}"/>
          </ac:picMkLst>
        </pc:picChg>
        <pc:picChg chg="add del">
          <ac:chgData name="varsha chaudhary" userId="28d2b53ea8f17f6c" providerId="LiveId" clId="{9C813FCA-55D8-4FEC-B0D5-F6CA1630BFD3}" dt="2024-11-19T23:59:26.187" v="173" actId="26606"/>
          <ac:picMkLst>
            <pc:docMk/>
            <pc:sldMk cId="3970529494" sldId="260"/>
            <ac:picMk id="8" creationId="{45245136-662A-319D-9980-4A9A00FCA7F9}"/>
          </ac:picMkLst>
        </pc:picChg>
        <pc:picChg chg="add del">
          <ac:chgData name="varsha chaudhary" userId="28d2b53ea8f17f6c" providerId="LiveId" clId="{9C813FCA-55D8-4FEC-B0D5-F6CA1630BFD3}" dt="2024-11-19T23:59:24.954" v="171" actId="26606"/>
          <ac:picMkLst>
            <pc:docMk/>
            <pc:sldMk cId="3970529494" sldId="260"/>
            <ac:picMk id="13" creationId="{87FB6040-8F55-96A8-1F7C-1BDE371D5CE0}"/>
          </ac:picMkLst>
        </pc:picChg>
        <pc:picChg chg="add mod ord">
          <ac:chgData name="varsha chaudhary" userId="28d2b53ea8f17f6c" providerId="LiveId" clId="{9C813FCA-55D8-4FEC-B0D5-F6CA1630BFD3}" dt="2024-11-20T00:00:43.286" v="184" actId="26606"/>
          <ac:picMkLst>
            <pc:docMk/>
            <pc:sldMk cId="3970529494" sldId="260"/>
            <ac:picMk id="18" creationId="{514F534A-61C7-2834-4316-DECF12AED933}"/>
          </ac:picMkLst>
        </pc:picChg>
      </pc:sldChg>
      <pc:sldChg chg="addSp delSp modSp mod setBg">
        <pc:chgData name="varsha chaudhary" userId="28d2b53ea8f17f6c" providerId="LiveId" clId="{9C813FCA-55D8-4FEC-B0D5-F6CA1630BFD3}" dt="2024-11-20T00:07:04.629" v="228" actId="14100"/>
        <pc:sldMkLst>
          <pc:docMk/>
          <pc:sldMk cId="3219332204" sldId="261"/>
        </pc:sldMkLst>
        <pc:spChg chg="mod">
          <ac:chgData name="varsha chaudhary" userId="28d2b53ea8f17f6c" providerId="LiveId" clId="{9C813FCA-55D8-4FEC-B0D5-F6CA1630BFD3}" dt="2024-11-20T00:07:04.629" v="228" actId="14100"/>
          <ac:spMkLst>
            <pc:docMk/>
            <pc:sldMk cId="3219332204" sldId="261"/>
            <ac:spMk id="3" creationId="{BFB257D3-D723-1190-235F-9A6A4A21B03A}"/>
          </ac:spMkLst>
        </pc:spChg>
        <pc:spChg chg="add del">
          <ac:chgData name="varsha chaudhary" userId="28d2b53ea8f17f6c" providerId="LiveId" clId="{9C813FCA-55D8-4FEC-B0D5-F6CA1630BFD3}" dt="2024-11-20T00:05:45.835" v="216" actId="26606"/>
          <ac:spMkLst>
            <pc:docMk/>
            <pc:sldMk cId="3219332204" sldId="261"/>
            <ac:spMk id="9" creationId="{04812C46-200A-4DEB-A05E-3ED6C68C2387}"/>
          </ac:spMkLst>
        </pc:spChg>
        <pc:spChg chg="add del">
          <ac:chgData name="varsha chaudhary" userId="28d2b53ea8f17f6c" providerId="LiveId" clId="{9C813FCA-55D8-4FEC-B0D5-F6CA1630BFD3}" dt="2024-11-20T00:05:45.835" v="216" actId="26606"/>
          <ac:spMkLst>
            <pc:docMk/>
            <pc:sldMk cId="3219332204" sldId="261"/>
            <ac:spMk id="11" creationId="{D1EA859B-E555-4109-94F3-6700E046E008}"/>
          </ac:spMkLst>
        </pc:spChg>
        <pc:spChg chg="add del">
          <ac:chgData name="varsha chaudhary" userId="28d2b53ea8f17f6c" providerId="LiveId" clId="{9C813FCA-55D8-4FEC-B0D5-F6CA1630BFD3}" dt="2024-11-20T00:05:30.836" v="213" actId="26606"/>
          <ac:spMkLst>
            <pc:docMk/>
            <pc:sldMk cId="3219332204" sldId="261"/>
            <ac:spMk id="13" creationId="{79BB35BC-D5C2-4C8B-A22A-A71E6191913B}"/>
          </ac:spMkLst>
        </pc:spChg>
        <pc:spChg chg="add del">
          <ac:chgData name="varsha chaudhary" userId="28d2b53ea8f17f6c" providerId="LiveId" clId="{9C813FCA-55D8-4FEC-B0D5-F6CA1630BFD3}" dt="2024-11-20T00:05:45.832" v="215" actId="26606"/>
          <ac:spMkLst>
            <pc:docMk/>
            <pc:sldMk cId="3219332204" sldId="261"/>
            <ac:spMk id="15" creationId="{D009D6D5-DAC2-4A8B-A17A-E206B9012D09}"/>
          </ac:spMkLst>
        </pc:spChg>
        <pc:spChg chg="add del">
          <ac:chgData name="varsha chaudhary" userId="28d2b53ea8f17f6c" providerId="LiveId" clId="{9C813FCA-55D8-4FEC-B0D5-F6CA1630BFD3}" dt="2024-11-20T00:04:47.313" v="209" actId="26606"/>
          <ac:spMkLst>
            <pc:docMk/>
            <pc:sldMk cId="3219332204" sldId="261"/>
            <ac:spMk id="16" creationId="{04812C46-200A-4DEB-A05E-3ED6C68C2387}"/>
          </ac:spMkLst>
        </pc:spChg>
        <pc:spChg chg="add del">
          <ac:chgData name="varsha chaudhary" userId="28d2b53ea8f17f6c" providerId="LiveId" clId="{9C813FCA-55D8-4FEC-B0D5-F6CA1630BFD3}" dt="2024-11-20T00:06:23.406" v="223" actId="26606"/>
          <ac:spMkLst>
            <pc:docMk/>
            <pc:sldMk cId="3219332204" sldId="261"/>
            <ac:spMk id="17" creationId="{1A9F7B4E-B03D-4F64-BE33-00D074458D45}"/>
          </ac:spMkLst>
        </pc:spChg>
        <pc:spChg chg="add del">
          <ac:chgData name="varsha chaudhary" userId="28d2b53ea8f17f6c" providerId="LiveId" clId="{9C813FCA-55D8-4FEC-B0D5-F6CA1630BFD3}" dt="2024-11-20T00:04:47.313" v="209" actId="26606"/>
          <ac:spMkLst>
            <pc:docMk/>
            <pc:sldMk cId="3219332204" sldId="261"/>
            <ac:spMk id="18" creationId="{D1EA859B-E555-4109-94F3-6700E046E008}"/>
          </ac:spMkLst>
        </pc:spChg>
        <pc:spChg chg="add del">
          <ac:chgData name="varsha chaudhary" userId="28d2b53ea8f17f6c" providerId="LiveId" clId="{9C813FCA-55D8-4FEC-B0D5-F6CA1630BFD3}" dt="2024-11-20T00:06:23.406" v="223" actId="26606"/>
          <ac:spMkLst>
            <pc:docMk/>
            <pc:sldMk cId="3219332204" sldId="261"/>
            <ac:spMk id="19" creationId="{7E2BE7F7-CA89-4002-ACCE-A478AEA24F5E}"/>
          </ac:spMkLst>
        </pc:spChg>
        <pc:spChg chg="add">
          <ac:chgData name="varsha chaudhary" userId="28d2b53ea8f17f6c" providerId="LiveId" clId="{9C813FCA-55D8-4FEC-B0D5-F6CA1630BFD3}" dt="2024-11-20T00:06:23.406" v="223" actId="26606"/>
          <ac:spMkLst>
            <pc:docMk/>
            <pc:sldMk cId="3219332204" sldId="261"/>
            <ac:spMk id="24" creationId="{D009D6D5-DAC2-4A8B-A17A-E206B9012D09}"/>
          </ac:spMkLst>
        </pc:spChg>
        <pc:picChg chg="add mod ord">
          <ac:chgData name="varsha chaudhary" userId="28d2b53ea8f17f6c" providerId="LiveId" clId="{9C813FCA-55D8-4FEC-B0D5-F6CA1630BFD3}" dt="2024-11-20T00:06:23.406" v="223" actId="26606"/>
          <ac:picMkLst>
            <pc:docMk/>
            <pc:sldMk cId="3219332204" sldId="261"/>
            <ac:picMk id="5" creationId="{9769B990-F65E-E3CE-5142-B4166793691F}"/>
          </ac:picMkLst>
        </pc:picChg>
      </pc:sldChg>
      <pc:sldChg chg="addSp delSp modSp mod setBg">
        <pc:chgData name="varsha chaudhary" userId="28d2b53ea8f17f6c" providerId="LiveId" clId="{9C813FCA-55D8-4FEC-B0D5-F6CA1630BFD3}" dt="2024-11-20T00:09:12.149" v="245" actId="14100"/>
        <pc:sldMkLst>
          <pc:docMk/>
          <pc:sldMk cId="3308571784" sldId="262"/>
        </pc:sldMkLst>
        <pc:spChg chg="add del mod">
          <ac:chgData name="varsha chaudhary" userId="28d2b53ea8f17f6c" providerId="LiveId" clId="{9C813FCA-55D8-4FEC-B0D5-F6CA1630BFD3}" dt="2024-11-20T00:07:13.715" v="229" actId="26606"/>
          <ac:spMkLst>
            <pc:docMk/>
            <pc:sldMk cId="3308571784" sldId="262"/>
            <ac:spMk id="3" creationId="{3312386E-7017-78F2-2E0F-AF2C3E2A21E5}"/>
          </ac:spMkLst>
        </pc:spChg>
        <pc:spChg chg="add del">
          <ac:chgData name="varsha chaudhary" userId="28d2b53ea8f17f6c" providerId="LiveId" clId="{9C813FCA-55D8-4FEC-B0D5-F6CA1630BFD3}" dt="2024-11-20T00:08:24.258" v="239" actId="26606"/>
          <ac:spMkLst>
            <pc:docMk/>
            <pc:sldMk cId="3308571784" sldId="262"/>
            <ac:spMk id="10" creationId="{D1D34770-47A8-402C-AF23-2B653F2D88C1}"/>
          </ac:spMkLst>
        </pc:spChg>
        <pc:spChg chg="add del">
          <ac:chgData name="varsha chaudhary" userId="28d2b53ea8f17f6c" providerId="LiveId" clId="{9C813FCA-55D8-4FEC-B0D5-F6CA1630BFD3}" dt="2024-11-20T00:08:13.289" v="232" actId="26606"/>
          <ac:spMkLst>
            <pc:docMk/>
            <pc:sldMk cId="3308571784" sldId="262"/>
            <ac:spMk id="15" creationId="{D009D6D5-DAC2-4A8B-A17A-E206B9012D09}"/>
          </ac:spMkLst>
        </pc:spChg>
        <pc:spChg chg="add del">
          <ac:chgData name="varsha chaudhary" userId="28d2b53ea8f17f6c" providerId="LiveId" clId="{9C813FCA-55D8-4FEC-B0D5-F6CA1630BFD3}" dt="2024-11-20T00:08:15.610" v="234" actId="26606"/>
          <ac:spMkLst>
            <pc:docMk/>
            <pc:sldMk cId="3308571784" sldId="262"/>
            <ac:spMk id="17" creationId="{D1EA859B-E555-4109-94F3-6700E046E008}"/>
          </ac:spMkLst>
        </pc:spChg>
        <pc:spChg chg="add del">
          <ac:chgData name="varsha chaudhary" userId="28d2b53ea8f17f6c" providerId="LiveId" clId="{9C813FCA-55D8-4FEC-B0D5-F6CA1630BFD3}" dt="2024-11-20T00:08:15.610" v="234" actId="26606"/>
          <ac:spMkLst>
            <pc:docMk/>
            <pc:sldMk cId="3308571784" sldId="262"/>
            <ac:spMk id="18" creationId="{04812C46-200A-4DEB-A05E-3ED6C68C2387}"/>
          </ac:spMkLst>
        </pc:spChg>
        <pc:spChg chg="add">
          <ac:chgData name="varsha chaudhary" userId="28d2b53ea8f17f6c" providerId="LiveId" clId="{9C813FCA-55D8-4FEC-B0D5-F6CA1630BFD3}" dt="2024-11-20T00:08:24.258" v="239" actId="26606"/>
          <ac:spMkLst>
            <pc:docMk/>
            <pc:sldMk cId="3308571784" sldId="262"/>
            <ac:spMk id="19" creationId="{5D13CC36-B950-4F02-9BAF-9A7EB267398C}"/>
          </ac:spMkLst>
        </pc:spChg>
        <pc:spChg chg="add">
          <ac:chgData name="varsha chaudhary" userId="28d2b53ea8f17f6c" providerId="LiveId" clId="{9C813FCA-55D8-4FEC-B0D5-F6CA1630BFD3}" dt="2024-11-20T00:08:24.258" v="239" actId="26606"/>
          <ac:spMkLst>
            <pc:docMk/>
            <pc:sldMk cId="3308571784" sldId="262"/>
            <ac:spMk id="20" creationId="{D1BDED99-B35B-4FEE-A274-8E8DB6FEEECF}"/>
          </ac:spMkLst>
        </pc:spChg>
        <pc:grpChg chg="add del">
          <ac:chgData name="varsha chaudhary" userId="28d2b53ea8f17f6c" providerId="LiveId" clId="{9C813FCA-55D8-4FEC-B0D5-F6CA1630BFD3}" dt="2024-11-20T00:08:24.210" v="238" actId="26606"/>
          <ac:grpSpMkLst>
            <pc:docMk/>
            <pc:sldMk cId="3308571784" sldId="262"/>
            <ac:grpSpMk id="12" creationId="{D4D7444E-8572-6DFD-CB75-0984238C716D}"/>
          </ac:grpSpMkLst>
        </pc:grpChg>
        <pc:graphicFrameChg chg="add mod modGraphic">
          <ac:chgData name="varsha chaudhary" userId="28d2b53ea8f17f6c" providerId="LiveId" clId="{9C813FCA-55D8-4FEC-B0D5-F6CA1630BFD3}" dt="2024-11-20T00:09:12.149" v="245" actId="14100"/>
          <ac:graphicFrameMkLst>
            <pc:docMk/>
            <pc:sldMk cId="3308571784" sldId="262"/>
            <ac:graphicFrameMk id="5" creationId="{F2A183CE-3CE8-F12F-4FAC-C3D369E036F5}"/>
          </ac:graphicFrameMkLst>
        </pc:graphicFrameChg>
        <pc:picChg chg="add mod">
          <ac:chgData name="varsha chaudhary" userId="28d2b53ea8f17f6c" providerId="LiveId" clId="{9C813FCA-55D8-4FEC-B0D5-F6CA1630BFD3}" dt="2024-11-20T00:08:24.258" v="239" actId="26606"/>
          <ac:picMkLst>
            <pc:docMk/>
            <pc:sldMk cId="3308571784" sldId="262"/>
            <ac:picMk id="6" creationId="{AF5EB0EE-91A5-A44B-0DC8-1F198B336616}"/>
          </ac:picMkLst>
        </pc:picChg>
      </pc:sldChg>
      <pc:sldChg chg="addSp delSp modSp new mod setBg">
        <pc:chgData name="varsha chaudhary" userId="28d2b53ea8f17f6c" providerId="LiveId" clId="{9C813FCA-55D8-4FEC-B0D5-F6CA1630BFD3}" dt="2024-11-20T00:12:52.573" v="257" actId="255"/>
        <pc:sldMkLst>
          <pc:docMk/>
          <pc:sldMk cId="2582202078" sldId="263"/>
        </pc:sldMkLst>
        <pc:spChg chg="add del mod">
          <ac:chgData name="varsha chaudhary" userId="28d2b53ea8f17f6c" providerId="LiveId" clId="{9C813FCA-55D8-4FEC-B0D5-F6CA1630BFD3}" dt="2024-11-20T00:09:54.395" v="248" actId="26606"/>
          <ac:spMkLst>
            <pc:docMk/>
            <pc:sldMk cId="2582202078" sldId="263"/>
            <ac:spMk id="3" creationId="{1792E72E-95EF-2454-5B0E-E1DCD0A0965A}"/>
          </ac:spMkLst>
        </pc:spChg>
        <pc:spChg chg="add del">
          <ac:chgData name="varsha chaudhary" userId="28d2b53ea8f17f6c" providerId="LiveId" clId="{9C813FCA-55D8-4FEC-B0D5-F6CA1630BFD3}" dt="2024-11-20T00:12:33.933" v="255" actId="26606"/>
          <ac:spMkLst>
            <pc:docMk/>
            <pc:sldMk cId="2582202078" sldId="263"/>
            <ac:spMk id="12" creationId="{32BC26D8-82FB-445E-AA49-62A77D7C1EE0}"/>
          </ac:spMkLst>
        </pc:spChg>
        <pc:spChg chg="add del">
          <ac:chgData name="varsha chaudhary" userId="28d2b53ea8f17f6c" providerId="LiveId" clId="{9C813FCA-55D8-4FEC-B0D5-F6CA1630BFD3}" dt="2024-11-20T00:12:33.933" v="255" actId="26606"/>
          <ac:spMkLst>
            <pc:docMk/>
            <pc:sldMk cId="2582202078" sldId="263"/>
            <ac:spMk id="14" creationId="{CB44330D-EA18-4254-AA95-EB49948539B8}"/>
          </ac:spMkLst>
        </pc:spChg>
        <pc:spChg chg="add del">
          <ac:chgData name="varsha chaudhary" userId="28d2b53ea8f17f6c" providerId="LiveId" clId="{9C813FCA-55D8-4FEC-B0D5-F6CA1630BFD3}" dt="2024-11-20T00:12:33.869" v="254" actId="26606"/>
          <ac:spMkLst>
            <pc:docMk/>
            <pc:sldMk cId="2582202078" sldId="263"/>
            <ac:spMk id="19" creationId="{AB8C311F-7253-4AED-9701-7FC0708C41C7}"/>
          </ac:spMkLst>
        </pc:spChg>
        <pc:spChg chg="add del">
          <ac:chgData name="varsha chaudhary" userId="28d2b53ea8f17f6c" providerId="LiveId" clId="{9C813FCA-55D8-4FEC-B0D5-F6CA1630BFD3}" dt="2024-11-20T00:12:33.869" v="254" actId="26606"/>
          <ac:spMkLst>
            <pc:docMk/>
            <pc:sldMk cId="2582202078" sldId="263"/>
            <ac:spMk id="21" creationId="{E2384209-CB15-4CDF-9D31-C44FD9A3F20D}"/>
          </ac:spMkLst>
        </pc:spChg>
        <pc:spChg chg="add del">
          <ac:chgData name="varsha chaudhary" userId="28d2b53ea8f17f6c" providerId="LiveId" clId="{9C813FCA-55D8-4FEC-B0D5-F6CA1630BFD3}" dt="2024-11-20T00:12:33.869" v="254" actId="26606"/>
          <ac:spMkLst>
            <pc:docMk/>
            <pc:sldMk cId="2582202078" sldId="263"/>
            <ac:spMk id="23" creationId="{2633B3B5-CC90-43F0-8714-D31D1F3F0209}"/>
          </ac:spMkLst>
        </pc:spChg>
        <pc:spChg chg="add del">
          <ac:chgData name="varsha chaudhary" userId="28d2b53ea8f17f6c" providerId="LiveId" clId="{9C813FCA-55D8-4FEC-B0D5-F6CA1630BFD3}" dt="2024-11-20T00:12:33.869" v="254" actId="26606"/>
          <ac:spMkLst>
            <pc:docMk/>
            <pc:sldMk cId="2582202078" sldId="263"/>
            <ac:spMk id="25" creationId="{A8D57A06-A426-446D-B02C-A2DC6B62E45E}"/>
          </ac:spMkLst>
        </pc:spChg>
        <pc:spChg chg="add">
          <ac:chgData name="varsha chaudhary" userId="28d2b53ea8f17f6c" providerId="LiveId" clId="{9C813FCA-55D8-4FEC-B0D5-F6CA1630BFD3}" dt="2024-11-20T00:12:33.933" v="255" actId="26606"/>
          <ac:spMkLst>
            <pc:docMk/>
            <pc:sldMk cId="2582202078" sldId="263"/>
            <ac:spMk id="27" creationId="{32BC26D8-82FB-445E-AA49-62A77D7C1EE0}"/>
          </ac:spMkLst>
        </pc:spChg>
        <pc:spChg chg="add">
          <ac:chgData name="varsha chaudhary" userId="28d2b53ea8f17f6c" providerId="LiveId" clId="{9C813FCA-55D8-4FEC-B0D5-F6CA1630BFD3}" dt="2024-11-20T00:12:33.933" v="255" actId="26606"/>
          <ac:spMkLst>
            <pc:docMk/>
            <pc:sldMk cId="2582202078" sldId="263"/>
            <ac:spMk id="28" creationId="{CB44330D-EA18-4254-AA95-EB49948539B8}"/>
          </ac:spMkLst>
        </pc:spChg>
        <pc:graphicFrameChg chg="add del">
          <ac:chgData name="varsha chaudhary" userId="28d2b53ea8f17f6c" providerId="LiveId" clId="{9C813FCA-55D8-4FEC-B0D5-F6CA1630BFD3}" dt="2024-11-20T00:09:54.379" v="247" actId="26606"/>
          <ac:graphicFrameMkLst>
            <pc:docMk/>
            <pc:sldMk cId="2582202078" sldId="263"/>
            <ac:graphicFrameMk id="5" creationId="{7E483CE1-DCA9-8CDE-2F54-9CC2DC1A4690}"/>
          </ac:graphicFrameMkLst>
        </pc:graphicFrameChg>
        <pc:graphicFrameChg chg="add mod modGraphic">
          <ac:chgData name="varsha chaudhary" userId="28d2b53ea8f17f6c" providerId="LiveId" clId="{9C813FCA-55D8-4FEC-B0D5-F6CA1630BFD3}" dt="2024-11-20T00:12:52.573" v="257" actId="255"/>
          <ac:graphicFrameMkLst>
            <pc:docMk/>
            <pc:sldMk cId="2582202078" sldId="263"/>
            <ac:graphicFrameMk id="7" creationId="{3A5F1211-3914-BF74-B93F-540A3FA82996}"/>
          </ac:graphicFrameMkLst>
        </pc:graphicFrameChg>
      </pc:sldChg>
      <pc:sldChg chg="addSp delSp modSp new mod setBg setClrOvrMap">
        <pc:chgData name="varsha chaudhary" userId="28d2b53ea8f17f6c" providerId="LiveId" clId="{9C813FCA-55D8-4FEC-B0D5-F6CA1630BFD3}" dt="2024-11-20T00:13:39.131" v="260" actId="14100"/>
        <pc:sldMkLst>
          <pc:docMk/>
          <pc:sldMk cId="220588365" sldId="264"/>
        </pc:sldMkLst>
        <pc:spChg chg="add del mod">
          <ac:chgData name="varsha chaudhary" userId="28d2b53ea8f17f6c" providerId="LiveId" clId="{9C813FCA-55D8-4FEC-B0D5-F6CA1630BFD3}" dt="2024-11-20T00:10:19.754" v="249" actId="26606"/>
          <ac:spMkLst>
            <pc:docMk/>
            <pc:sldMk cId="220588365" sldId="264"/>
            <ac:spMk id="3" creationId="{E6604B25-A2BF-1B5D-CFB0-ABDB3C66EF07}"/>
          </ac:spMkLst>
        </pc:spChg>
        <pc:spChg chg="add">
          <ac:chgData name="varsha chaudhary" userId="28d2b53ea8f17f6c" providerId="LiveId" clId="{9C813FCA-55D8-4FEC-B0D5-F6CA1630BFD3}" dt="2024-11-20T00:10:19.754" v="249" actId="26606"/>
          <ac:spMkLst>
            <pc:docMk/>
            <pc:sldMk cId="220588365" sldId="264"/>
            <ac:spMk id="10" creationId="{9228552E-C8B1-4A80-8448-0787CE0FC704}"/>
          </ac:spMkLst>
        </pc:spChg>
        <pc:graphicFrameChg chg="add mod">
          <ac:chgData name="varsha chaudhary" userId="28d2b53ea8f17f6c" providerId="LiveId" clId="{9C813FCA-55D8-4FEC-B0D5-F6CA1630BFD3}" dt="2024-11-20T00:13:39.131" v="260" actId="14100"/>
          <ac:graphicFrameMkLst>
            <pc:docMk/>
            <pc:sldMk cId="220588365" sldId="264"/>
            <ac:graphicFrameMk id="5" creationId="{43C2AF6B-1104-EAC7-84DE-5C4629C07C32}"/>
          </ac:graphicFrameMkLst>
        </pc:graphicFrameChg>
        <pc:picChg chg="add">
          <ac:chgData name="varsha chaudhary" userId="28d2b53ea8f17f6c" providerId="LiveId" clId="{9C813FCA-55D8-4FEC-B0D5-F6CA1630BFD3}" dt="2024-11-20T00:10:19.754" v="249" actId="26606"/>
          <ac:picMkLst>
            <pc:docMk/>
            <pc:sldMk cId="220588365" sldId="264"/>
            <ac:picMk id="6" creationId="{9DB7EFEA-78DA-091F-4115-C40A520554E0}"/>
          </ac:picMkLst>
        </pc:picChg>
      </pc:sldChg>
      <pc:sldChg chg="addSp delSp modSp new mod setBg">
        <pc:chgData name="varsha chaudhary" userId="28d2b53ea8f17f6c" providerId="LiveId" clId="{9C813FCA-55D8-4FEC-B0D5-F6CA1630BFD3}" dt="2024-11-20T00:18:25.520" v="295" actId="113"/>
        <pc:sldMkLst>
          <pc:docMk/>
          <pc:sldMk cId="46508811" sldId="265"/>
        </pc:sldMkLst>
        <pc:spChg chg="add mod ord">
          <ac:chgData name="varsha chaudhary" userId="28d2b53ea8f17f6c" providerId="LiveId" clId="{9C813FCA-55D8-4FEC-B0D5-F6CA1630BFD3}" dt="2024-11-20T00:18:25.520" v="295" actId="113"/>
          <ac:spMkLst>
            <pc:docMk/>
            <pc:sldMk cId="46508811" sldId="265"/>
            <ac:spMk id="3" creationId="{86DE97FE-E695-A7D5-D411-06EA164E974C}"/>
          </ac:spMkLst>
        </pc:spChg>
        <pc:spChg chg="add del">
          <ac:chgData name="varsha chaudhary" userId="28d2b53ea8f17f6c" providerId="LiveId" clId="{9C813FCA-55D8-4FEC-B0D5-F6CA1630BFD3}" dt="2024-11-20T00:14:47.139" v="265" actId="26606"/>
          <ac:spMkLst>
            <pc:docMk/>
            <pc:sldMk cId="46508811" sldId="265"/>
            <ac:spMk id="9" creationId="{3ECBE1F1-D69B-4AFA-ABD5-8E41720EF6DE}"/>
          </ac:spMkLst>
        </pc:spChg>
        <pc:spChg chg="add del">
          <ac:chgData name="varsha chaudhary" userId="28d2b53ea8f17f6c" providerId="LiveId" clId="{9C813FCA-55D8-4FEC-B0D5-F6CA1630BFD3}" dt="2024-11-20T00:14:47.139" v="265" actId="26606"/>
          <ac:spMkLst>
            <pc:docMk/>
            <pc:sldMk cId="46508811" sldId="265"/>
            <ac:spMk id="11" creationId="{603A6265-E10C-4B85-9C20-E75FCAF9CC63}"/>
          </ac:spMkLst>
        </pc:spChg>
        <pc:spChg chg="add del">
          <ac:chgData name="varsha chaudhary" userId="28d2b53ea8f17f6c" providerId="LiveId" clId="{9C813FCA-55D8-4FEC-B0D5-F6CA1630BFD3}" dt="2024-11-20T00:14:47.124" v="264" actId="26606"/>
          <ac:spMkLst>
            <pc:docMk/>
            <pc:sldMk cId="46508811" sldId="265"/>
            <ac:spMk id="16" creationId="{21A75659-5A6F-4F77-9679-678A00B9D8DC}"/>
          </ac:spMkLst>
        </pc:spChg>
        <pc:spChg chg="add del">
          <ac:chgData name="varsha chaudhary" userId="28d2b53ea8f17f6c" providerId="LiveId" clId="{9C813FCA-55D8-4FEC-B0D5-F6CA1630BFD3}" dt="2024-11-20T00:14:47.124" v="264" actId="26606"/>
          <ac:spMkLst>
            <pc:docMk/>
            <pc:sldMk cId="46508811" sldId="265"/>
            <ac:spMk id="18" creationId="{E30A3A45-140E-431E-AED0-07EF836310B3}"/>
          </ac:spMkLst>
        </pc:spChg>
        <pc:spChg chg="add del">
          <ac:chgData name="varsha chaudhary" userId="28d2b53ea8f17f6c" providerId="LiveId" clId="{9C813FCA-55D8-4FEC-B0D5-F6CA1630BFD3}" dt="2024-11-20T00:14:47.124" v="264" actId="26606"/>
          <ac:spMkLst>
            <pc:docMk/>
            <pc:sldMk cId="46508811" sldId="265"/>
            <ac:spMk id="20" creationId="{55D4142C-5077-457F-A6AD-3FECFDB39685}"/>
          </ac:spMkLst>
        </pc:spChg>
        <pc:spChg chg="add del">
          <ac:chgData name="varsha chaudhary" userId="28d2b53ea8f17f6c" providerId="LiveId" clId="{9C813FCA-55D8-4FEC-B0D5-F6CA1630BFD3}" dt="2024-11-20T00:14:47.124" v="264" actId="26606"/>
          <ac:spMkLst>
            <pc:docMk/>
            <pc:sldMk cId="46508811" sldId="265"/>
            <ac:spMk id="22" creationId="{7A5F0580-5EE9-419F-96EE-B6529EF6E7D0}"/>
          </ac:spMkLst>
        </pc:spChg>
        <pc:spChg chg="add del">
          <ac:chgData name="varsha chaudhary" userId="28d2b53ea8f17f6c" providerId="LiveId" clId="{9C813FCA-55D8-4FEC-B0D5-F6CA1630BFD3}" dt="2024-11-20T00:15:46.205" v="272" actId="26606"/>
          <ac:spMkLst>
            <pc:docMk/>
            <pc:sldMk cId="46508811" sldId="265"/>
            <ac:spMk id="24" creationId="{8FC9BE17-9A7B-462D-AE50-3D8777387304}"/>
          </ac:spMkLst>
        </pc:spChg>
        <pc:spChg chg="add del">
          <ac:chgData name="varsha chaudhary" userId="28d2b53ea8f17f6c" providerId="LiveId" clId="{9C813FCA-55D8-4FEC-B0D5-F6CA1630BFD3}" dt="2024-11-20T00:15:46.205" v="272" actId="26606"/>
          <ac:spMkLst>
            <pc:docMk/>
            <pc:sldMk cId="46508811" sldId="265"/>
            <ac:spMk id="25" creationId="{3EBE8569-6AEC-4B8C-8D53-2DE337CDBA65}"/>
          </ac:spMkLst>
        </pc:spChg>
        <pc:spChg chg="add del">
          <ac:chgData name="varsha chaudhary" userId="28d2b53ea8f17f6c" providerId="LiveId" clId="{9C813FCA-55D8-4FEC-B0D5-F6CA1630BFD3}" dt="2024-11-20T00:15:46.205" v="272" actId="26606"/>
          <ac:spMkLst>
            <pc:docMk/>
            <pc:sldMk cId="46508811" sldId="265"/>
            <ac:spMk id="26" creationId="{55D4142C-5077-457F-A6AD-3FECFDB39685}"/>
          </ac:spMkLst>
        </pc:spChg>
        <pc:spChg chg="add del">
          <ac:chgData name="varsha chaudhary" userId="28d2b53ea8f17f6c" providerId="LiveId" clId="{9C813FCA-55D8-4FEC-B0D5-F6CA1630BFD3}" dt="2024-11-20T00:15:46.205" v="272" actId="26606"/>
          <ac:spMkLst>
            <pc:docMk/>
            <pc:sldMk cId="46508811" sldId="265"/>
            <ac:spMk id="27" creationId="{7A5F0580-5EE9-419F-96EE-B6529EF6E7D0}"/>
          </ac:spMkLst>
        </pc:spChg>
        <pc:spChg chg="add">
          <ac:chgData name="varsha chaudhary" userId="28d2b53ea8f17f6c" providerId="LiveId" clId="{9C813FCA-55D8-4FEC-B0D5-F6CA1630BFD3}" dt="2024-11-20T00:16:18.461" v="282" actId="26606"/>
          <ac:spMkLst>
            <pc:docMk/>
            <pc:sldMk cId="46508811" sldId="265"/>
            <ac:spMk id="45" creationId="{D1EA859B-E555-4109-94F3-6700E046E008}"/>
          </ac:spMkLst>
        </pc:spChg>
        <pc:spChg chg="add">
          <ac:chgData name="varsha chaudhary" userId="28d2b53ea8f17f6c" providerId="LiveId" clId="{9C813FCA-55D8-4FEC-B0D5-F6CA1630BFD3}" dt="2024-11-20T00:16:18.461" v="282" actId="26606"/>
          <ac:spMkLst>
            <pc:docMk/>
            <pc:sldMk cId="46508811" sldId="265"/>
            <ac:spMk id="51" creationId="{04812C46-200A-4DEB-A05E-3ED6C68C2387}"/>
          </ac:spMkLst>
        </pc:spChg>
        <pc:grpChg chg="add del">
          <ac:chgData name="varsha chaudhary" userId="28d2b53ea8f17f6c" providerId="LiveId" clId="{9C813FCA-55D8-4FEC-B0D5-F6CA1630BFD3}" dt="2024-11-20T00:15:46.205" v="271" actId="26606"/>
          <ac:grpSpMkLst>
            <pc:docMk/>
            <pc:sldMk cId="46508811" sldId="265"/>
            <ac:grpSpMk id="32" creationId="{6258F736-B256-8039-9DC6-F4E49A5C5AD5}"/>
          </ac:grpSpMkLst>
        </pc:grpChg>
        <pc:grpChg chg="add del">
          <ac:chgData name="varsha chaudhary" userId="28d2b53ea8f17f6c" providerId="LiveId" clId="{9C813FCA-55D8-4FEC-B0D5-F6CA1630BFD3}" dt="2024-11-20T00:16:18.461" v="282" actId="26606"/>
          <ac:grpSpMkLst>
            <pc:docMk/>
            <pc:sldMk cId="46508811" sldId="265"/>
            <ac:grpSpMk id="36" creationId="{3AFCAD34-1AFC-BC1A-F6B2-C34C63912EAB}"/>
          </ac:grpSpMkLst>
        </pc:grpChg>
        <pc:grpChg chg="add del">
          <ac:chgData name="varsha chaudhary" userId="28d2b53ea8f17f6c" providerId="LiveId" clId="{9C813FCA-55D8-4FEC-B0D5-F6CA1630BFD3}" dt="2024-11-20T00:16:15.852" v="279" actId="26606"/>
          <ac:grpSpMkLst>
            <pc:docMk/>
            <pc:sldMk cId="46508811" sldId="265"/>
            <ac:grpSpMk id="43" creationId="{3AFCAD34-1AFC-BC1A-F6B2-C34C63912EAB}"/>
          </ac:grpSpMkLst>
        </pc:grpChg>
        <pc:grpChg chg="add del">
          <ac:chgData name="varsha chaudhary" userId="28d2b53ea8f17f6c" providerId="LiveId" clId="{9C813FCA-55D8-4FEC-B0D5-F6CA1630BFD3}" dt="2024-11-20T00:16:18.461" v="281" actId="26606"/>
          <ac:grpSpMkLst>
            <pc:docMk/>
            <pc:sldMk cId="46508811" sldId="265"/>
            <ac:grpSpMk id="47" creationId="{BE589684-54CA-64D8-C963-5F19FF75BF72}"/>
          </ac:grpSpMkLst>
        </pc:grpChg>
        <pc:picChg chg="add mod ord">
          <ac:chgData name="varsha chaudhary" userId="28d2b53ea8f17f6c" providerId="LiveId" clId="{9C813FCA-55D8-4FEC-B0D5-F6CA1630BFD3}" dt="2024-11-20T00:16:18.461" v="282" actId="26606"/>
          <ac:picMkLst>
            <pc:docMk/>
            <pc:sldMk cId="46508811" sldId="265"/>
            <ac:picMk id="5" creationId="{5639D046-5957-32A5-050E-6D8D17ADE23F}"/>
          </ac:picMkLst>
        </pc:picChg>
      </pc:sldChg>
      <pc:sldChg chg="addSp modSp new mod setBg">
        <pc:chgData name="varsha chaudhary" userId="28d2b53ea8f17f6c" providerId="LiveId" clId="{9C813FCA-55D8-4FEC-B0D5-F6CA1630BFD3}" dt="2024-11-20T00:17:15.383" v="291" actId="255"/>
        <pc:sldMkLst>
          <pc:docMk/>
          <pc:sldMk cId="2357121768" sldId="266"/>
        </pc:sldMkLst>
        <pc:spChg chg="add mod">
          <ac:chgData name="varsha chaudhary" userId="28d2b53ea8f17f6c" providerId="LiveId" clId="{9C813FCA-55D8-4FEC-B0D5-F6CA1630BFD3}" dt="2024-11-20T00:17:15.383" v="291" actId="255"/>
          <ac:spMkLst>
            <pc:docMk/>
            <pc:sldMk cId="2357121768" sldId="266"/>
            <ac:spMk id="3" creationId="{BF28A902-FB68-1791-BA06-E9C9F7E720DE}"/>
          </ac:spMkLst>
        </pc:spChg>
        <pc:spChg chg="add">
          <ac:chgData name="varsha chaudhary" userId="28d2b53ea8f17f6c" providerId="LiveId" clId="{9C813FCA-55D8-4FEC-B0D5-F6CA1630BFD3}" dt="2024-11-20T00:17:03.246" v="289" actId="26606"/>
          <ac:spMkLst>
            <pc:docMk/>
            <pc:sldMk cId="2357121768" sldId="266"/>
            <ac:spMk id="8" creationId="{A7AE9375-4664-4DB2-922D-2782A6E439AC}"/>
          </ac:spMkLst>
        </pc:spChg>
        <pc:spChg chg="add">
          <ac:chgData name="varsha chaudhary" userId="28d2b53ea8f17f6c" providerId="LiveId" clId="{9C813FCA-55D8-4FEC-B0D5-F6CA1630BFD3}" dt="2024-11-20T00:17:03.246" v="289" actId="26606"/>
          <ac:spMkLst>
            <pc:docMk/>
            <pc:sldMk cId="2357121768" sldId="266"/>
            <ac:spMk id="12" creationId="{9DD005C1-8C51-42D6-9BEE-B9B83849743D}"/>
          </ac:spMkLst>
        </pc:spChg>
        <pc:cxnChg chg="add">
          <ac:chgData name="varsha chaudhary" userId="28d2b53ea8f17f6c" providerId="LiveId" clId="{9C813FCA-55D8-4FEC-B0D5-F6CA1630BFD3}" dt="2024-11-20T00:17:03.246" v="289" actId="26606"/>
          <ac:cxnSpMkLst>
            <pc:docMk/>
            <pc:sldMk cId="2357121768" sldId="266"/>
            <ac:cxnSpMk id="10" creationId="{EE504C98-6397-41C1-A8D8-2D9C4ED307E0}"/>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6FEAEC-90E8-427D-B8F8-9BAD53583843}" type="doc">
      <dgm:prSet loTypeId="urn:microsoft.com/office/officeart/2005/8/layout/default" loCatId="list" qsTypeId="urn:microsoft.com/office/officeart/2005/8/quickstyle/simple4" qsCatId="simple" csTypeId="urn:microsoft.com/office/officeart/2005/8/colors/colorful5" csCatId="colorful"/>
      <dgm:spPr/>
      <dgm:t>
        <a:bodyPr/>
        <a:lstStyle/>
        <a:p>
          <a:endParaRPr lang="en-US"/>
        </a:p>
      </dgm:t>
    </dgm:pt>
    <dgm:pt modelId="{CD198159-7378-442E-A407-C264B920ED41}">
      <dgm:prSet custT="1"/>
      <dgm:spPr/>
      <dgm:t>
        <a:bodyPr/>
        <a:lstStyle/>
        <a:p>
          <a:r>
            <a:rPr lang="en-US" sz="900" dirty="0"/>
            <a:t>Therefore, the </a:t>
          </a:r>
          <a:r>
            <a:rPr lang="en-US" sz="1200" dirty="0">
              <a:latin typeface="Times New Roman" panose="02020603050405020304" pitchFamily="18" charset="0"/>
              <a:cs typeface="Times New Roman" panose="02020603050405020304" pitchFamily="18" charset="0"/>
            </a:rPr>
            <a:t>following</a:t>
          </a:r>
          <a:r>
            <a:rPr lang="en-US" sz="900" dirty="0"/>
            <a:t> sums up the overall financial impact of HIPAA fines, litigation, and patient attrition:</a:t>
          </a:r>
        </a:p>
      </dgm:t>
    </dgm:pt>
    <dgm:pt modelId="{39EBCE15-C117-4B3E-ACC5-8DCCA5780F06}" type="parTrans" cxnId="{F132FCDC-1997-4130-AE91-1B1A6DDD8D45}">
      <dgm:prSet/>
      <dgm:spPr/>
      <dgm:t>
        <a:bodyPr/>
        <a:lstStyle/>
        <a:p>
          <a:endParaRPr lang="en-US"/>
        </a:p>
      </dgm:t>
    </dgm:pt>
    <dgm:pt modelId="{3EB813F2-06F8-46E7-A166-A3950004E1FD}" type="sibTrans" cxnId="{F132FCDC-1997-4130-AE91-1B1A6DDD8D45}">
      <dgm:prSet/>
      <dgm:spPr/>
      <dgm:t>
        <a:bodyPr/>
        <a:lstStyle/>
        <a:p>
          <a:endParaRPr lang="en-US"/>
        </a:p>
      </dgm:t>
    </dgm:pt>
    <dgm:pt modelId="{4AB29168-55C7-426C-A244-CAF0AB88FCC4}">
      <dgm:prSet/>
      <dgm:spPr/>
      <dgm:t>
        <a:bodyPr/>
        <a:lstStyle/>
        <a:p>
          <a:r>
            <a:rPr lang="en-US"/>
            <a:t>$10,000,000 HIPAA fine; $5,000,000 in lawsuit settlements</a:t>
          </a:r>
        </a:p>
      </dgm:t>
    </dgm:pt>
    <dgm:pt modelId="{84E6DBD6-8815-4CA7-8E22-C157B1EBBF6E}" type="parTrans" cxnId="{D949D078-7C57-464F-8696-8124D6168BFE}">
      <dgm:prSet/>
      <dgm:spPr/>
      <dgm:t>
        <a:bodyPr/>
        <a:lstStyle/>
        <a:p>
          <a:endParaRPr lang="en-US"/>
        </a:p>
      </dgm:t>
    </dgm:pt>
    <dgm:pt modelId="{152896FF-36C4-4DEB-AAD7-A95D6A445A42}" type="sibTrans" cxnId="{D949D078-7C57-464F-8696-8124D6168BFE}">
      <dgm:prSet/>
      <dgm:spPr/>
      <dgm:t>
        <a:bodyPr/>
        <a:lstStyle/>
        <a:p>
          <a:endParaRPr lang="en-US"/>
        </a:p>
      </dgm:t>
    </dgm:pt>
    <dgm:pt modelId="{E4F4DAA0-CA2B-4714-A489-F9B1B375724D}">
      <dgm:prSet/>
      <dgm:spPr/>
      <dgm:t>
        <a:bodyPr/>
        <a:lstStyle/>
        <a:p>
          <a:r>
            <a:rPr lang="en-US"/>
            <a:t>Churn of Patients: $100,000,000</a:t>
          </a:r>
        </a:p>
      </dgm:t>
    </dgm:pt>
    <dgm:pt modelId="{0E0EF6D6-7852-4C87-B943-6CBE7E4ECBE3}" type="parTrans" cxnId="{C2AB4F21-7580-4A7F-88A5-883A8A332C40}">
      <dgm:prSet/>
      <dgm:spPr/>
      <dgm:t>
        <a:bodyPr/>
        <a:lstStyle/>
        <a:p>
          <a:endParaRPr lang="en-US"/>
        </a:p>
      </dgm:t>
    </dgm:pt>
    <dgm:pt modelId="{A58A4ADA-9C96-4ABA-9E4D-00C25652F685}" type="sibTrans" cxnId="{C2AB4F21-7580-4A7F-88A5-883A8A332C40}">
      <dgm:prSet/>
      <dgm:spPr/>
      <dgm:t>
        <a:bodyPr/>
        <a:lstStyle/>
        <a:p>
          <a:endParaRPr lang="en-US"/>
        </a:p>
      </dgm:t>
    </dgm:pt>
    <dgm:pt modelId="{1600EC53-8475-4811-966E-6C5CFA5B0B3C}">
      <dgm:prSet/>
      <dgm:spPr/>
      <dgm:t>
        <a:bodyPr/>
        <a:lstStyle/>
        <a:p>
          <a:r>
            <a:rPr lang="en-US" dirty="0"/>
            <a:t>Total Economic Impact of Churn and Regulatory Violations:</a:t>
          </a:r>
        </a:p>
      </dgm:t>
    </dgm:pt>
    <dgm:pt modelId="{067E96A5-B7DC-411B-9FD1-DC9742A0E134}" type="parTrans" cxnId="{B24379EE-1C49-4FFA-9785-7EE1D6CDB256}">
      <dgm:prSet/>
      <dgm:spPr/>
      <dgm:t>
        <a:bodyPr/>
        <a:lstStyle/>
        <a:p>
          <a:endParaRPr lang="en-US"/>
        </a:p>
      </dgm:t>
    </dgm:pt>
    <dgm:pt modelId="{D68BB76B-4A82-4646-A6C1-D7A303BB389E}" type="sibTrans" cxnId="{B24379EE-1C49-4FFA-9785-7EE1D6CDB256}">
      <dgm:prSet/>
      <dgm:spPr/>
      <dgm:t>
        <a:bodyPr/>
        <a:lstStyle/>
        <a:p>
          <a:endParaRPr lang="en-US"/>
        </a:p>
      </dgm:t>
    </dgm:pt>
    <dgm:pt modelId="{4D30BAC9-2183-4756-B420-19D6B964B023}">
      <dgm:prSet/>
      <dgm:spPr/>
      <dgm:t>
        <a:bodyPr/>
        <a:lstStyle/>
        <a:p>
          <a:r>
            <a:rPr lang="en-US" dirty="0"/>
            <a:t>The total impact is equal to 10,000,000,000 + 5,000,000,000 + 100,000,000,000 = 115,000,000,000.</a:t>
          </a:r>
        </a:p>
      </dgm:t>
    </dgm:pt>
    <dgm:pt modelId="{5B116548-B7BF-48F8-ADB0-047EA770AD82}" type="parTrans" cxnId="{B524473E-99DF-4105-A0F0-CEBB409AEAE7}">
      <dgm:prSet/>
      <dgm:spPr/>
      <dgm:t>
        <a:bodyPr/>
        <a:lstStyle/>
        <a:p>
          <a:endParaRPr lang="en-US"/>
        </a:p>
      </dgm:t>
    </dgm:pt>
    <dgm:pt modelId="{28BA65AE-7F3C-4816-BA38-0B229C17ABC8}" type="sibTrans" cxnId="{B524473E-99DF-4105-A0F0-CEBB409AEAE7}">
      <dgm:prSet/>
      <dgm:spPr/>
      <dgm:t>
        <a:bodyPr/>
        <a:lstStyle/>
        <a:p>
          <a:endParaRPr lang="en-US"/>
        </a:p>
      </dgm:t>
    </dgm:pt>
    <dgm:pt modelId="{B98A74ED-CBB0-412B-83AA-E2C0AEFD39E0}">
      <dgm:prSet/>
      <dgm:spPr/>
      <dgm:t>
        <a:bodyPr/>
        <a:lstStyle/>
        <a:p>
          <a:r>
            <a:rPr lang="en-US"/>
            <a:t>10,000,000 + 5,000,000 + 100,000,000 = 115,000,000 is the total impact.</a:t>
          </a:r>
        </a:p>
      </dgm:t>
    </dgm:pt>
    <dgm:pt modelId="{0D48DD66-8669-4817-A5D5-DB2192705310}" type="parTrans" cxnId="{8AAF3A3F-46F7-4BE2-8FB0-807477E3A874}">
      <dgm:prSet/>
      <dgm:spPr/>
      <dgm:t>
        <a:bodyPr/>
        <a:lstStyle/>
        <a:p>
          <a:endParaRPr lang="en-US"/>
        </a:p>
      </dgm:t>
    </dgm:pt>
    <dgm:pt modelId="{6B090B54-D5B3-463C-8CFC-B739E07A98BE}" type="sibTrans" cxnId="{8AAF3A3F-46F7-4BE2-8FB0-807477E3A874}">
      <dgm:prSet/>
      <dgm:spPr/>
      <dgm:t>
        <a:bodyPr/>
        <a:lstStyle/>
        <a:p>
          <a:endParaRPr lang="en-US"/>
        </a:p>
      </dgm:t>
    </dgm:pt>
    <dgm:pt modelId="{C26BF03C-5533-49AF-BE4D-0E182BB7379E}">
      <dgm:prSet/>
      <dgm:spPr/>
      <dgm:t>
        <a:bodyPr/>
        <a:lstStyle/>
        <a:p>
          <a:r>
            <a:rPr lang="en-US" b="1"/>
            <a:t>3. Cost-benefit analysis and suggested security measures</a:t>
          </a:r>
          <a:endParaRPr lang="en-US"/>
        </a:p>
      </dgm:t>
    </dgm:pt>
    <dgm:pt modelId="{B173ADD0-9B93-4542-9C25-E8CB986F8A82}" type="parTrans" cxnId="{5DBA044F-0932-4E6B-AFED-F8F05E21C643}">
      <dgm:prSet/>
      <dgm:spPr/>
      <dgm:t>
        <a:bodyPr/>
        <a:lstStyle/>
        <a:p>
          <a:endParaRPr lang="en-US"/>
        </a:p>
      </dgm:t>
    </dgm:pt>
    <dgm:pt modelId="{1AC399F0-D9A7-486A-915A-8656696A0FE4}" type="sibTrans" cxnId="{5DBA044F-0932-4E6B-AFED-F8F05E21C643}">
      <dgm:prSet/>
      <dgm:spPr/>
      <dgm:t>
        <a:bodyPr/>
        <a:lstStyle/>
        <a:p>
          <a:endParaRPr lang="en-US"/>
        </a:p>
      </dgm:t>
    </dgm:pt>
    <dgm:pt modelId="{6360C353-A3D8-446D-9A53-01890333D30B}">
      <dgm:prSet/>
      <dgm:spPr/>
      <dgm:t>
        <a:bodyPr/>
        <a:lstStyle/>
        <a:p>
          <a:r>
            <a:rPr lang="en-US" b="1"/>
            <a:t>1. The cost of implementing an encryption upgrade is $1,000,000.</a:t>
          </a:r>
          <a:endParaRPr lang="en-US"/>
        </a:p>
      </dgm:t>
    </dgm:pt>
    <dgm:pt modelId="{71B15BDE-A630-45DA-925C-47EDDB25F05E}" type="parTrans" cxnId="{1ECF9DFE-8C9C-4040-A7DB-95964291AEA6}">
      <dgm:prSet/>
      <dgm:spPr/>
      <dgm:t>
        <a:bodyPr/>
        <a:lstStyle/>
        <a:p>
          <a:endParaRPr lang="en-US"/>
        </a:p>
      </dgm:t>
    </dgm:pt>
    <dgm:pt modelId="{85F83F2F-B239-4D20-B060-5A4623BA5737}" type="sibTrans" cxnId="{1ECF9DFE-8C9C-4040-A7DB-95964291AEA6}">
      <dgm:prSet/>
      <dgm:spPr/>
      <dgm:t>
        <a:bodyPr/>
        <a:lstStyle/>
        <a:p>
          <a:endParaRPr lang="en-US"/>
        </a:p>
      </dgm:t>
    </dgm:pt>
    <dgm:pt modelId="{92637B8A-2732-482A-A9BA-834B9A4A1DB4}">
      <dgm:prSet/>
      <dgm:spPr/>
      <dgm:t>
        <a:bodyPr/>
        <a:lstStyle/>
        <a:p>
          <a:r>
            <a:rPr lang="en-US"/>
            <a:t>The kind of exposure observed in this breach could be avoided by encrypting all sensitive data using contemporary encryption algorithms.</a:t>
          </a:r>
        </a:p>
      </dgm:t>
    </dgm:pt>
    <dgm:pt modelId="{B488CB98-E2DA-49A2-9020-9F609901566E}" type="parTrans" cxnId="{8422BD9F-067B-4C61-8B0B-C085F4E9B773}">
      <dgm:prSet/>
      <dgm:spPr/>
      <dgm:t>
        <a:bodyPr/>
        <a:lstStyle/>
        <a:p>
          <a:endParaRPr lang="en-US"/>
        </a:p>
      </dgm:t>
    </dgm:pt>
    <dgm:pt modelId="{B566BF16-F82C-445A-BFB6-D46594C3AC2F}" type="sibTrans" cxnId="{8422BD9F-067B-4C61-8B0B-C085F4E9B773}">
      <dgm:prSet/>
      <dgm:spPr/>
      <dgm:t>
        <a:bodyPr/>
        <a:lstStyle/>
        <a:p>
          <a:endParaRPr lang="en-US"/>
        </a:p>
      </dgm:t>
    </dgm:pt>
    <dgm:pt modelId="{9CAD3D1A-E78A-4EE4-AECB-F6309C58037B}">
      <dgm:prSet/>
      <dgm:spPr/>
      <dgm:t>
        <a:bodyPr/>
        <a:lstStyle/>
        <a:p>
          <a:r>
            <a:rPr lang="en-US"/>
            <a:t>$429,000,000 in financial loss was avoided (due to an old encryption breach).</a:t>
          </a:r>
        </a:p>
      </dgm:t>
    </dgm:pt>
    <dgm:pt modelId="{2A7C7DC5-1652-44D2-8285-AF479ACAC155}" type="parTrans" cxnId="{63D196E2-F114-4A17-BC90-22DA050881A2}">
      <dgm:prSet/>
      <dgm:spPr/>
      <dgm:t>
        <a:bodyPr/>
        <a:lstStyle/>
        <a:p>
          <a:endParaRPr lang="en-US"/>
        </a:p>
      </dgm:t>
    </dgm:pt>
    <dgm:pt modelId="{5589D1BD-4325-4942-87E3-287E842E8D92}" type="sibTrans" cxnId="{63D196E2-F114-4A17-BC90-22DA050881A2}">
      <dgm:prSet/>
      <dgm:spPr/>
      <dgm:t>
        <a:bodyPr/>
        <a:lstStyle/>
        <a:p>
          <a:endParaRPr lang="en-US"/>
        </a:p>
      </dgm:t>
    </dgm:pt>
    <dgm:pt modelId="{6B5AAB26-8FF0-4354-A03F-D53B547BA173}">
      <dgm:prSet/>
      <dgm:spPr/>
      <dgm:t>
        <a:bodyPr/>
        <a:lstStyle/>
        <a:p>
          <a:r>
            <a:rPr lang="en-US"/>
            <a:t>Net Advantage:</a:t>
          </a:r>
        </a:p>
      </dgm:t>
    </dgm:pt>
    <dgm:pt modelId="{707C7430-64B8-492F-8758-0A7C2176DC9C}" type="parTrans" cxnId="{976B18E1-9485-49A4-A252-261E3072373E}">
      <dgm:prSet/>
      <dgm:spPr/>
      <dgm:t>
        <a:bodyPr/>
        <a:lstStyle/>
        <a:p>
          <a:endParaRPr lang="en-US"/>
        </a:p>
      </dgm:t>
    </dgm:pt>
    <dgm:pt modelId="{374D3D42-5E5C-4BA3-8DC7-AB6B89BF6340}" type="sibTrans" cxnId="{976B18E1-9485-49A4-A252-261E3072373E}">
      <dgm:prSet/>
      <dgm:spPr/>
      <dgm:t>
        <a:bodyPr/>
        <a:lstStyle/>
        <a:p>
          <a:endParaRPr lang="en-US"/>
        </a:p>
      </dgm:t>
    </dgm:pt>
    <dgm:pt modelId="{D44C59F8-219D-4C67-BE19-FBB5D1EC3447}">
      <dgm:prSet/>
      <dgm:spPr/>
      <dgm:t>
        <a:bodyPr/>
        <a:lstStyle/>
        <a:p>
          <a:r>
            <a:rPr lang="en-US"/>
            <a:t>Benefit Net = 429, 000, 000 − 1, 000, 000 = 428, 000, 000</a:t>
          </a:r>
        </a:p>
      </dgm:t>
    </dgm:pt>
    <dgm:pt modelId="{5589D08C-6308-4997-88A7-360B85162B03}" type="parTrans" cxnId="{F9AD5EE6-A3A6-4CFE-BEB9-2381C3465161}">
      <dgm:prSet/>
      <dgm:spPr/>
      <dgm:t>
        <a:bodyPr/>
        <a:lstStyle/>
        <a:p>
          <a:endParaRPr lang="en-US"/>
        </a:p>
      </dgm:t>
    </dgm:pt>
    <dgm:pt modelId="{FF3E6DCF-2BFB-4138-BC4C-7C58F68AC740}" type="sibTrans" cxnId="{F9AD5EE6-A3A6-4CFE-BEB9-2381C3465161}">
      <dgm:prSet/>
      <dgm:spPr/>
      <dgm:t>
        <a:bodyPr/>
        <a:lstStyle/>
        <a:p>
          <a:endParaRPr lang="en-US"/>
        </a:p>
      </dgm:t>
    </dgm:pt>
    <dgm:pt modelId="{739B7617-D757-479C-B05E-E8CBB99E0A7D}">
      <dgm:prSet/>
      <dgm:spPr/>
      <dgm:t>
        <a:bodyPr/>
        <a:lstStyle/>
        <a:p>
          <a:r>
            <a:rPr lang="en-US"/>
            <a:t>429,000,000 − 1,000,000 = 428,000,000 is the net benefit.</a:t>
          </a:r>
        </a:p>
      </dgm:t>
    </dgm:pt>
    <dgm:pt modelId="{3DAF7BB7-5DCB-4D60-8E42-C3CE5119D39E}" type="parTrans" cxnId="{4D7578DC-0642-4C35-AD07-9DD88FA824AD}">
      <dgm:prSet/>
      <dgm:spPr/>
      <dgm:t>
        <a:bodyPr/>
        <a:lstStyle/>
        <a:p>
          <a:endParaRPr lang="en-US"/>
        </a:p>
      </dgm:t>
    </dgm:pt>
    <dgm:pt modelId="{B80386E9-66D1-4170-BEEB-F207386A637C}" type="sibTrans" cxnId="{4D7578DC-0642-4C35-AD07-9DD88FA824AD}">
      <dgm:prSet/>
      <dgm:spPr/>
      <dgm:t>
        <a:bodyPr/>
        <a:lstStyle/>
        <a:p>
          <a:endParaRPr lang="en-US"/>
        </a:p>
      </dgm:t>
    </dgm:pt>
    <dgm:pt modelId="{C2E41D3B-545A-4B4B-993B-57600ACA3A0C}" type="pres">
      <dgm:prSet presAssocID="{3B6FEAEC-90E8-427D-B8F8-9BAD53583843}" presName="diagram" presStyleCnt="0">
        <dgm:presLayoutVars>
          <dgm:dir/>
          <dgm:resizeHandles val="exact"/>
        </dgm:presLayoutVars>
      </dgm:prSet>
      <dgm:spPr/>
    </dgm:pt>
    <dgm:pt modelId="{60A39718-120A-4903-811B-589EAE31B1CC}" type="pres">
      <dgm:prSet presAssocID="{CD198159-7378-442E-A407-C264B920ED41}" presName="node" presStyleLbl="node1" presStyleIdx="0" presStyleCnt="13">
        <dgm:presLayoutVars>
          <dgm:bulletEnabled val="1"/>
        </dgm:presLayoutVars>
      </dgm:prSet>
      <dgm:spPr/>
    </dgm:pt>
    <dgm:pt modelId="{203F7DBC-67F0-4D84-8039-8362A4F3DB3F}" type="pres">
      <dgm:prSet presAssocID="{3EB813F2-06F8-46E7-A166-A3950004E1FD}" presName="sibTrans" presStyleCnt="0"/>
      <dgm:spPr/>
    </dgm:pt>
    <dgm:pt modelId="{3080CCE5-1059-45F3-8ADD-40CD86CE97B4}" type="pres">
      <dgm:prSet presAssocID="{4AB29168-55C7-426C-A244-CAF0AB88FCC4}" presName="node" presStyleLbl="node1" presStyleIdx="1" presStyleCnt="13">
        <dgm:presLayoutVars>
          <dgm:bulletEnabled val="1"/>
        </dgm:presLayoutVars>
      </dgm:prSet>
      <dgm:spPr/>
    </dgm:pt>
    <dgm:pt modelId="{B678E01A-4A08-424A-AEFD-C80DE6597434}" type="pres">
      <dgm:prSet presAssocID="{152896FF-36C4-4DEB-AAD7-A95D6A445A42}" presName="sibTrans" presStyleCnt="0"/>
      <dgm:spPr/>
    </dgm:pt>
    <dgm:pt modelId="{13B51B63-145D-442B-8C9B-8279DD1F9FD8}" type="pres">
      <dgm:prSet presAssocID="{E4F4DAA0-CA2B-4714-A489-F9B1B375724D}" presName="node" presStyleLbl="node1" presStyleIdx="2" presStyleCnt="13">
        <dgm:presLayoutVars>
          <dgm:bulletEnabled val="1"/>
        </dgm:presLayoutVars>
      </dgm:prSet>
      <dgm:spPr/>
    </dgm:pt>
    <dgm:pt modelId="{C941848D-7204-41F5-9EAE-1097A28440C8}" type="pres">
      <dgm:prSet presAssocID="{A58A4ADA-9C96-4ABA-9E4D-00C25652F685}" presName="sibTrans" presStyleCnt="0"/>
      <dgm:spPr/>
    </dgm:pt>
    <dgm:pt modelId="{6EDA1DA9-6B30-4BFE-88FD-1B5655B58EE9}" type="pres">
      <dgm:prSet presAssocID="{1600EC53-8475-4811-966E-6C5CFA5B0B3C}" presName="node" presStyleLbl="node1" presStyleIdx="3" presStyleCnt="13">
        <dgm:presLayoutVars>
          <dgm:bulletEnabled val="1"/>
        </dgm:presLayoutVars>
      </dgm:prSet>
      <dgm:spPr/>
    </dgm:pt>
    <dgm:pt modelId="{185BFB50-B7BB-4285-9F5D-48A6BAED8A03}" type="pres">
      <dgm:prSet presAssocID="{D68BB76B-4A82-4646-A6C1-D7A303BB389E}" presName="sibTrans" presStyleCnt="0"/>
      <dgm:spPr/>
    </dgm:pt>
    <dgm:pt modelId="{C46F7742-22C8-4C55-A8A2-AD6FEB6385F1}" type="pres">
      <dgm:prSet presAssocID="{4D30BAC9-2183-4756-B420-19D6B964B023}" presName="node" presStyleLbl="node1" presStyleIdx="4" presStyleCnt="13">
        <dgm:presLayoutVars>
          <dgm:bulletEnabled val="1"/>
        </dgm:presLayoutVars>
      </dgm:prSet>
      <dgm:spPr/>
    </dgm:pt>
    <dgm:pt modelId="{4CABE17C-619C-41B9-A493-0209F9AC08F4}" type="pres">
      <dgm:prSet presAssocID="{28BA65AE-7F3C-4816-BA38-0B229C17ABC8}" presName="sibTrans" presStyleCnt="0"/>
      <dgm:spPr/>
    </dgm:pt>
    <dgm:pt modelId="{F45F1633-0CB0-418D-A9A3-829C9E48B71F}" type="pres">
      <dgm:prSet presAssocID="{B98A74ED-CBB0-412B-83AA-E2C0AEFD39E0}" presName="node" presStyleLbl="node1" presStyleIdx="5" presStyleCnt="13">
        <dgm:presLayoutVars>
          <dgm:bulletEnabled val="1"/>
        </dgm:presLayoutVars>
      </dgm:prSet>
      <dgm:spPr/>
    </dgm:pt>
    <dgm:pt modelId="{780D6889-B157-4549-AB22-1612FD3B66D4}" type="pres">
      <dgm:prSet presAssocID="{6B090B54-D5B3-463C-8CFC-B739E07A98BE}" presName="sibTrans" presStyleCnt="0"/>
      <dgm:spPr/>
    </dgm:pt>
    <dgm:pt modelId="{C9702297-9A65-461F-9671-BF2015E65072}" type="pres">
      <dgm:prSet presAssocID="{C26BF03C-5533-49AF-BE4D-0E182BB7379E}" presName="node" presStyleLbl="node1" presStyleIdx="6" presStyleCnt="13">
        <dgm:presLayoutVars>
          <dgm:bulletEnabled val="1"/>
        </dgm:presLayoutVars>
      </dgm:prSet>
      <dgm:spPr/>
    </dgm:pt>
    <dgm:pt modelId="{A54EA3DD-076C-4925-BED7-CFF03B592604}" type="pres">
      <dgm:prSet presAssocID="{1AC399F0-D9A7-486A-915A-8656696A0FE4}" presName="sibTrans" presStyleCnt="0"/>
      <dgm:spPr/>
    </dgm:pt>
    <dgm:pt modelId="{289D48AE-997D-43C6-A7EE-79DA4A01F52B}" type="pres">
      <dgm:prSet presAssocID="{6360C353-A3D8-446D-9A53-01890333D30B}" presName="node" presStyleLbl="node1" presStyleIdx="7" presStyleCnt="13">
        <dgm:presLayoutVars>
          <dgm:bulletEnabled val="1"/>
        </dgm:presLayoutVars>
      </dgm:prSet>
      <dgm:spPr/>
    </dgm:pt>
    <dgm:pt modelId="{6D7CEECD-F612-46A6-A875-5EC15F8EF87C}" type="pres">
      <dgm:prSet presAssocID="{85F83F2F-B239-4D20-B060-5A4623BA5737}" presName="sibTrans" presStyleCnt="0"/>
      <dgm:spPr/>
    </dgm:pt>
    <dgm:pt modelId="{F270BA1A-95FD-4714-BC1C-8FBC81ADEC64}" type="pres">
      <dgm:prSet presAssocID="{92637B8A-2732-482A-A9BA-834B9A4A1DB4}" presName="node" presStyleLbl="node1" presStyleIdx="8" presStyleCnt="13">
        <dgm:presLayoutVars>
          <dgm:bulletEnabled val="1"/>
        </dgm:presLayoutVars>
      </dgm:prSet>
      <dgm:spPr/>
    </dgm:pt>
    <dgm:pt modelId="{50ABFED4-3EB1-456A-AB32-5A0799FC4F7E}" type="pres">
      <dgm:prSet presAssocID="{B566BF16-F82C-445A-BFB6-D46594C3AC2F}" presName="sibTrans" presStyleCnt="0"/>
      <dgm:spPr/>
    </dgm:pt>
    <dgm:pt modelId="{A94F024C-4187-454F-968F-62CBEB0E6DA9}" type="pres">
      <dgm:prSet presAssocID="{9CAD3D1A-E78A-4EE4-AECB-F6309C58037B}" presName="node" presStyleLbl="node1" presStyleIdx="9" presStyleCnt="13">
        <dgm:presLayoutVars>
          <dgm:bulletEnabled val="1"/>
        </dgm:presLayoutVars>
      </dgm:prSet>
      <dgm:spPr/>
    </dgm:pt>
    <dgm:pt modelId="{04E55CF3-912B-4D27-8C8A-A300A1A59999}" type="pres">
      <dgm:prSet presAssocID="{5589D1BD-4325-4942-87E3-287E842E8D92}" presName="sibTrans" presStyleCnt="0"/>
      <dgm:spPr/>
    </dgm:pt>
    <dgm:pt modelId="{600AE1D5-EDC4-425F-A9B4-62BD17A1F8D2}" type="pres">
      <dgm:prSet presAssocID="{6B5AAB26-8FF0-4354-A03F-D53B547BA173}" presName="node" presStyleLbl="node1" presStyleIdx="10" presStyleCnt="13">
        <dgm:presLayoutVars>
          <dgm:bulletEnabled val="1"/>
        </dgm:presLayoutVars>
      </dgm:prSet>
      <dgm:spPr/>
    </dgm:pt>
    <dgm:pt modelId="{9B99E534-94E8-4F69-B3A4-3563F3811442}" type="pres">
      <dgm:prSet presAssocID="{374D3D42-5E5C-4BA3-8DC7-AB6B89BF6340}" presName="sibTrans" presStyleCnt="0"/>
      <dgm:spPr/>
    </dgm:pt>
    <dgm:pt modelId="{DFDD92DD-610D-410B-BD94-CFF725582AA1}" type="pres">
      <dgm:prSet presAssocID="{D44C59F8-219D-4C67-BE19-FBB5D1EC3447}" presName="node" presStyleLbl="node1" presStyleIdx="11" presStyleCnt="13">
        <dgm:presLayoutVars>
          <dgm:bulletEnabled val="1"/>
        </dgm:presLayoutVars>
      </dgm:prSet>
      <dgm:spPr/>
    </dgm:pt>
    <dgm:pt modelId="{FF244FAB-C957-442D-8D24-05F35308ABF8}" type="pres">
      <dgm:prSet presAssocID="{FF3E6DCF-2BFB-4138-BC4C-7C58F68AC740}" presName="sibTrans" presStyleCnt="0"/>
      <dgm:spPr/>
    </dgm:pt>
    <dgm:pt modelId="{1088895C-985D-4EFE-A9A7-E348C26B503E}" type="pres">
      <dgm:prSet presAssocID="{739B7617-D757-479C-B05E-E8CBB99E0A7D}" presName="node" presStyleLbl="node1" presStyleIdx="12" presStyleCnt="13">
        <dgm:presLayoutVars>
          <dgm:bulletEnabled val="1"/>
        </dgm:presLayoutVars>
      </dgm:prSet>
      <dgm:spPr/>
    </dgm:pt>
  </dgm:ptLst>
  <dgm:cxnLst>
    <dgm:cxn modelId="{4D35E308-0368-4505-BE35-E05D4DE7AA96}" type="presOf" srcId="{B98A74ED-CBB0-412B-83AA-E2C0AEFD39E0}" destId="{F45F1633-0CB0-418D-A9A3-829C9E48B71F}" srcOrd="0" destOrd="0" presId="urn:microsoft.com/office/officeart/2005/8/layout/default"/>
    <dgm:cxn modelId="{C2AB4F21-7580-4A7F-88A5-883A8A332C40}" srcId="{3B6FEAEC-90E8-427D-B8F8-9BAD53583843}" destId="{E4F4DAA0-CA2B-4714-A489-F9B1B375724D}" srcOrd="2" destOrd="0" parTransId="{0E0EF6D6-7852-4C87-B943-6CBE7E4ECBE3}" sibTransId="{A58A4ADA-9C96-4ABA-9E4D-00C25652F685}"/>
    <dgm:cxn modelId="{1519502A-3B36-4425-99E5-97F1DABC9E8C}" type="presOf" srcId="{CD198159-7378-442E-A407-C264B920ED41}" destId="{60A39718-120A-4903-811B-589EAE31B1CC}" srcOrd="0" destOrd="0" presId="urn:microsoft.com/office/officeart/2005/8/layout/default"/>
    <dgm:cxn modelId="{B524473E-99DF-4105-A0F0-CEBB409AEAE7}" srcId="{3B6FEAEC-90E8-427D-B8F8-9BAD53583843}" destId="{4D30BAC9-2183-4756-B420-19D6B964B023}" srcOrd="4" destOrd="0" parTransId="{5B116548-B7BF-48F8-ADB0-047EA770AD82}" sibTransId="{28BA65AE-7F3C-4816-BA38-0B229C17ABC8}"/>
    <dgm:cxn modelId="{8AAF3A3F-46F7-4BE2-8FB0-807477E3A874}" srcId="{3B6FEAEC-90E8-427D-B8F8-9BAD53583843}" destId="{B98A74ED-CBB0-412B-83AA-E2C0AEFD39E0}" srcOrd="5" destOrd="0" parTransId="{0D48DD66-8669-4817-A5D5-DB2192705310}" sibTransId="{6B090B54-D5B3-463C-8CFC-B739E07A98BE}"/>
    <dgm:cxn modelId="{790C3265-F4F9-49C8-9C0F-03E542794839}" type="presOf" srcId="{1600EC53-8475-4811-966E-6C5CFA5B0B3C}" destId="{6EDA1DA9-6B30-4BFE-88FD-1B5655B58EE9}" srcOrd="0" destOrd="0" presId="urn:microsoft.com/office/officeart/2005/8/layout/default"/>
    <dgm:cxn modelId="{05ECBA4C-0AD5-4CA5-92C7-6A90138A3791}" type="presOf" srcId="{D44C59F8-219D-4C67-BE19-FBB5D1EC3447}" destId="{DFDD92DD-610D-410B-BD94-CFF725582AA1}" srcOrd="0" destOrd="0" presId="urn:microsoft.com/office/officeart/2005/8/layout/default"/>
    <dgm:cxn modelId="{D17DBE6D-319D-4DEB-89C1-07FA1CB24EBB}" type="presOf" srcId="{739B7617-D757-479C-B05E-E8CBB99E0A7D}" destId="{1088895C-985D-4EFE-A9A7-E348C26B503E}" srcOrd="0" destOrd="0" presId="urn:microsoft.com/office/officeart/2005/8/layout/default"/>
    <dgm:cxn modelId="{5DBA044F-0932-4E6B-AFED-F8F05E21C643}" srcId="{3B6FEAEC-90E8-427D-B8F8-9BAD53583843}" destId="{C26BF03C-5533-49AF-BE4D-0E182BB7379E}" srcOrd="6" destOrd="0" parTransId="{B173ADD0-9B93-4542-9C25-E8CB986F8A82}" sibTransId="{1AC399F0-D9A7-486A-915A-8656696A0FE4}"/>
    <dgm:cxn modelId="{D949D078-7C57-464F-8696-8124D6168BFE}" srcId="{3B6FEAEC-90E8-427D-B8F8-9BAD53583843}" destId="{4AB29168-55C7-426C-A244-CAF0AB88FCC4}" srcOrd="1" destOrd="0" parTransId="{84E6DBD6-8815-4CA7-8E22-C157B1EBBF6E}" sibTransId="{152896FF-36C4-4DEB-AAD7-A95D6A445A42}"/>
    <dgm:cxn modelId="{F19FA183-BC1F-4EA9-9735-6D268D0508BB}" type="presOf" srcId="{9CAD3D1A-E78A-4EE4-AECB-F6309C58037B}" destId="{A94F024C-4187-454F-968F-62CBEB0E6DA9}" srcOrd="0" destOrd="0" presId="urn:microsoft.com/office/officeart/2005/8/layout/default"/>
    <dgm:cxn modelId="{2F7A1297-F98C-491B-9352-CF494F6D0986}" type="presOf" srcId="{6360C353-A3D8-446D-9A53-01890333D30B}" destId="{289D48AE-997D-43C6-A7EE-79DA4A01F52B}" srcOrd="0" destOrd="0" presId="urn:microsoft.com/office/officeart/2005/8/layout/default"/>
    <dgm:cxn modelId="{B2CD7C9C-60AF-4788-B167-FAC08BD34B84}" type="presOf" srcId="{6B5AAB26-8FF0-4354-A03F-D53B547BA173}" destId="{600AE1D5-EDC4-425F-A9B4-62BD17A1F8D2}" srcOrd="0" destOrd="0" presId="urn:microsoft.com/office/officeart/2005/8/layout/default"/>
    <dgm:cxn modelId="{8422BD9F-067B-4C61-8B0B-C085F4E9B773}" srcId="{3B6FEAEC-90E8-427D-B8F8-9BAD53583843}" destId="{92637B8A-2732-482A-A9BA-834B9A4A1DB4}" srcOrd="8" destOrd="0" parTransId="{B488CB98-E2DA-49A2-9020-9F609901566E}" sibTransId="{B566BF16-F82C-445A-BFB6-D46594C3AC2F}"/>
    <dgm:cxn modelId="{2F69FFB2-A925-426E-A05F-74F893A6FF9F}" type="presOf" srcId="{4AB29168-55C7-426C-A244-CAF0AB88FCC4}" destId="{3080CCE5-1059-45F3-8ADD-40CD86CE97B4}" srcOrd="0" destOrd="0" presId="urn:microsoft.com/office/officeart/2005/8/layout/default"/>
    <dgm:cxn modelId="{789CAEB7-B7ED-4453-80FE-7D6C513A8BEC}" type="presOf" srcId="{3B6FEAEC-90E8-427D-B8F8-9BAD53583843}" destId="{C2E41D3B-545A-4B4B-993B-57600ACA3A0C}" srcOrd="0" destOrd="0" presId="urn:microsoft.com/office/officeart/2005/8/layout/default"/>
    <dgm:cxn modelId="{3D78F4C8-F0BC-4305-91AA-8A5A78762926}" type="presOf" srcId="{C26BF03C-5533-49AF-BE4D-0E182BB7379E}" destId="{C9702297-9A65-461F-9671-BF2015E65072}" srcOrd="0" destOrd="0" presId="urn:microsoft.com/office/officeart/2005/8/layout/default"/>
    <dgm:cxn modelId="{5B8DDFD0-74C1-4B72-8CB4-1577FEDDC814}" type="presOf" srcId="{92637B8A-2732-482A-A9BA-834B9A4A1DB4}" destId="{F270BA1A-95FD-4714-BC1C-8FBC81ADEC64}" srcOrd="0" destOrd="0" presId="urn:microsoft.com/office/officeart/2005/8/layout/default"/>
    <dgm:cxn modelId="{671810D2-B60B-4A90-ADAF-7369200609FE}" type="presOf" srcId="{E4F4DAA0-CA2B-4714-A489-F9B1B375724D}" destId="{13B51B63-145D-442B-8C9B-8279DD1F9FD8}" srcOrd="0" destOrd="0" presId="urn:microsoft.com/office/officeart/2005/8/layout/default"/>
    <dgm:cxn modelId="{4D7578DC-0642-4C35-AD07-9DD88FA824AD}" srcId="{3B6FEAEC-90E8-427D-B8F8-9BAD53583843}" destId="{739B7617-D757-479C-B05E-E8CBB99E0A7D}" srcOrd="12" destOrd="0" parTransId="{3DAF7BB7-5DCB-4D60-8E42-C3CE5119D39E}" sibTransId="{B80386E9-66D1-4170-BEEB-F207386A637C}"/>
    <dgm:cxn modelId="{F132FCDC-1997-4130-AE91-1B1A6DDD8D45}" srcId="{3B6FEAEC-90E8-427D-B8F8-9BAD53583843}" destId="{CD198159-7378-442E-A407-C264B920ED41}" srcOrd="0" destOrd="0" parTransId="{39EBCE15-C117-4B3E-ACC5-8DCCA5780F06}" sibTransId="{3EB813F2-06F8-46E7-A166-A3950004E1FD}"/>
    <dgm:cxn modelId="{976B18E1-9485-49A4-A252-261E3072373E}" srcId="{3B6FEAEC-90E8-427D-B8F8-9BAD53583843}" destId="{6B5AAB26-8FF0-4354-A03F-D53B547BA173}" srcOrd="10" destOrd="0" parTransId="{707C7430-64B8-492F-8758-0A7C2176DC9C}" sibTransId="{374D3D42-5E5C-4BA3-8DC7-AB6B89BF6340}"/>
    <dgm:cxn modelId="{63D196E2-F114-4A17-BC90-22DA050881A2}" srcId="{3B6FEAEC-90E8-427D-B8F8-9BAD53583843}" destId="{9CAD3D1A-E78A-4EE4-AECB-F6309C58037B}" srcOrd="9" destOrd="0" parTransId="{2A7C7DC5-1652-44D2-8285-AF479ACAC155}" sibTransId="{5589D1BD-4325-4942-87E3-287E842E8D92}"/>
    <dgm:cxn modelId="{350202E3-49B0-4F36-9AD4-84BF309B1B91}" type="presOf" srcId="{4D30BAC9-2183-4756-B420-19D6B964B023}" destId="{C46F7742-22C8-4C55-A8A2-AD6FEB6385F1}" srcOrd="0" destOrd="0" presId="urn:microsoft.com/office/officeart/2005/8/layout/default"/>
    <dgm:cxn modelId="{F9AD5EE6-A3A6-4CFE-BEB9-2381C3465161}" srcId="{3B6FEAEC-90E8-427D-B8F8-9BAD53583843}" destId="{D44C59F8-219D-4C67-BE19-FBB5D1EC3447}" srcOrd="11" destOrd="0" parTransId="{5589D08C-6308-4997-88A7-360B85162B03}" sibTransId="{FF3E6DCF-2BFB-4138-BC4C-7C58F68AC740}"/>
    <dgm:cxn modelId="{B24379EE-1C49-4FFA-9785-7EE1D6CDB256}" srcId="{3B6FEAEC-90E8-427D-B8F8-9BAD53583843}" destId="{1600EC53-8475-4811-966E-6C5CFA5B0B3C}" srcOrd="3" destOrd="0" parTransId="{067E96A5-B7DC-411B-9FD1-DC9742A0E134}" sibTransId="{D68BB76B-4A82-4646-A6C1-D7A303BB389E}"/>
    <dgm:cxn modelId="{1ECF9DFE-8C9C-4040-A7DB-95964291AEA6}" srcId="{3B6FEAEC-90E8-427D-B8F8-9BAD53583843}" destId="{6360C353-A3D8-446D-9A53-01890333D30B}" srcOrd="7" destOrd="0" parTransId="{71B15BDE-A630-45DA-925C-47EDDB25F05E}" sibTransId="{85F83F2F-B239-4D20-B060-5A4623BA5737}"/>
    <dgm:cxn modelId="{1B5087FC-9B64-4808-A541-E4D7D0DD2322}" type="presParOf" srcId="{C2E41D3B-545A-4B4B-993B-57600ACA3A0C}" destId="{60A39718-120A-4903-811B-589EAE31B1CC}" srcOrd="0" destOrd="0" presId="urn:microsoft.com/office/officeart/2005/8/layout/default"/>
    <dgm:cxn modelId="{56DF3407-45EE-4755-8EDC-77A692E3F913}" type="presParOf" srcId="{C2E41D3B-545A-4B4B-993B-57600ACA3A0C}" destId="{203F7DBC-67F0-4D84-8039-8362A4F3DB3F}" srcOrd="1" destOrd="0" presId="urn:microsoft.com/office/officeart/2005/8/layout/default"/>
    <dgm:cxn modelId="{97E02A45-BD03-417E-806D-7EDA02B7958D}" type="presParOf" srcId="{C2E41D3B-545A-4B4B-993B-57600ACA3A0C}" destId="{3080CCE5-1059-45F3-8ADD-40CD86CE97B4}" srcOrd="2" destOrd="0" presId="urn:microsoft.com/office/officeart/2005/8/layout/default"/>
    <dgm:cxn modelId="{397014D1-F256-4E57-9752-E34478843DB7}" type="presParOf" srcId="{C2E41D3B-545A-4B4B-993B-57600ACA3A0C}" destId="{B678E01A-4A08-424A-AEFD-C80DE6597434}" srcOrd="3" destOrd="0" presId="urn:microsoft.com/office/officeart/2005/8/layout/default"/>
    <dgm:cxn modelId="{088E1952-9EFF-45B5-817D-BD5CF44FEDC6}" type="presParOf" srcId="{C2E41D3B-545A-4B4B-993B-57600ACA3A0C}" destId="{13B51B63-145D-442B-8C9B-8279DD1F9FD8}" srcOrd="4" destOrd="0" presId="urn:microsoft.com/office/officeart/2005/8/layout/default"/>
    <dgm:cxn modelId="{DA8F7034-273A-42C7-8499-CCB89FB833C6}" type="presParOf" srcId="{C2E41D3B-545A-4B4B-993B-57600ACA3A0C}" destId="{C941848D-7204-41F5-9EAE-1097A28440C8}" srcOrd="5" destOrd="0" presId="urn:microsoft.com/office/officeart/2005/8/layout/default"/>
    <dgm:cxn modelId="{58E300F3-A026-4AD5-A3A6-F707F1D46325}" type="presParOf" srcId="{C2E41D3B-545A-4B4B-993B-57600ACA3A0C}" destId="{6EDA1DA9-6B30-4BFE-88FD-1B5655B58EE9}" srcOrd="6" destOrd="0" presId="urn:microsoft.com/office/officeart/2005/8/layout/default"/>
    <dgm:cxn modelId="{AA539D24-9028-4464-B79D-BE5457C967AC}" type="presParOf" srcId="{C2E41D3B-545A-4B4B-993B-57600ACA3A0C}" destId="{185BFB50-B7BB-4285-9F5D-48A6BAED8A03}" srcOrd="7" destOrd="0" presId="urn:microsoft.com/office/officeart/2005/8/layout/default"/>
    <dgm:cxn modelId="{8504F6C8-B82F-49C5-A4A3-F41766CC8F17}" type="presParOf" srcId="{C2E41D3B-545A-4B4B-993B-57600ACA3A0C}" destId="{C46F7742-22C8-4C55-A8A2-AD6FEB6385F1}" srcOrd="8" destOrd="0" presId="urn:microsoft.com/office/officeart/2005/8/layout/default"/>
    <dgm:cxn modelId="{8133DE76-59D5-4B64-A102-0F1B27574928}" type="presParOf" srcId="{C2E41D3B-545A-4B4B-993B-57600ACA3A0C}" destId="{4CABE17C-619C-41B9-A493-0209F9AC08F4}" srcOrd="9" destOrd="0" presId="urn:microsoft.com/office/officeart/2005/8/layout/default"/>
    <dgm:cxn modelId="{8BD0E031-1DE8-460A-B409-E85752865622}" type="presParOf" srcId="{C2E41D3B-545A-4B4B-993B-57600ACA3A0C}" destId="{F45F1633-0CB0-418D-A9A3-829C9E48B71F}" srcOrd="10" destOrd="0" presId="urn:microsoft.com/office/officeart/2005/8/layout/default"/>
    <dgm:cxn modelId="{E3266600-FD51-44A5-B940-C735FBA49B19}" type="presParOf" srcId="{C2E41D3B-545A-4B4B-993B-57600ACA3A0C}" destId="{780D6889-B157-4549-AB22-1612FD3B66D4}" srcOrd="11" destOrd="0" presId="urn:microsoft.com/office/officeart/2005/8/layout/default"/>
    <dgm:cxn modelId="{B379AA0F-F348-4418-B7FF-85D20B9BD4E1}" type="presParOf" srcId="{C2E41D3B-545A-4B4B-993B-57600ACA3A0C}" destId="{C9702297-9A65-461F-9671-BF2015E65072}" srcOrd="12" destOrd="0" presId="urn:microsoft.com/office/officeart/2005/8/layout/default"/>
    <dgm:cxn modelId="{A000CC6B-E044-4F08-BEEE-F8828627423E}" type="presParOf" srcId="{C2E41D3B-545A-4B4B-993B-57600ACA3A0C}" destId="{A54EA3DD-076C-4925-BED7-CFF03B592604}" srcOrd="13" destOrd="0" presId="urn:microsoft.com/office/officeart/2005/8/layout/default"/>
    <dgm:cxn modelId="{9B9D6927-5138-44E8-B248-1FC57CF5E552}" type="presParOf" srcId="{C2E41D3B-545A-4B4B-993B-57600ACA3A0C}" destId="{289D48AE-997D-43C6-A7EE-79DA4A01F52B}" srcOrd="14" destOrd="0" presId="urn:microsoft.com/office/officeart/2005/8/layout/default"/>
    <dgm:cxn modelId="{9DAFCE57-09FC-4C8F-AE16-D8790540DD1D}" type="presParOf" srcId="{C2E41D3B-545A-4B4B-993B-57600ACA3A0C}" destId="{6D7CEECD-F612-46A6-A875-5EC15F8EF87C}" srcOrd="15" destOrd="0" presId="urn:microsoft.com/office/officeart/2005/8/layout/default"/>
    <dgm:cxn modelId="{F6E6D906-08DF-4EE0-B29F-95E5FC2FDC01}" type="presParOf" srcId="{C2E41D3B-545A-4B4B-993B-57600ACA3A0C}" destId="{F270BA1A-95FD-4714-BC1C-8FBC81ADEC64}" srcOrd="16" destOrd="0" presId="urn:microsoft.com/office/officeart/2005/8/layout/default"/>
    <dgm:cxn modelId="{8DD9C12E-C2AD-4DA6-A84A-166551D334E5}" type="presParOf" srcId="{C2E41D3B-545A-4B4B-993B-57600ACA3A0C}" destId="{50ABFED4-3EB1-456A-AB32-5A0799FC4F7E}" srcOrd="17" destOrd="0" presId="urn:microsoft.com/office/officeart/2005/8/layout/default"/>
    <dgm:cxn modelId="{CA4FB3C6-FE28-4C3F-8ECE-0E6ECFE02D25}" type="presParOf" srcId="{C2E41D3B-545A-4B4B-993B-57600ACA3A0C}" destId="{A94F024C-4187-454F-968F-62CBEB0E6DA9}" srcOrd="18" destOrd="0" presId="urn:microsoft.com/office/officeart/2005/8/layout/default"/>
    <dgm:cxn modelId="{44A4F9EC-3916-4076-8A28-09EE39BF0FF7}" type="presParOf" srcId="{C2E41D3B-545A-4B4B-993B-57600ACA3A0C}" destId="{04E55CF3-912B-4D27-8C8A-A300A1A59999}" srcOrd="19" destOrd="0" presId="urn:microsoft.com/office/officeart/2005/8/layout/default"/>
    <dgm:cxn modelId="{B2CDE68B-7C73-4468-9986-F9475F72531E}" type="presParOf" srcId="{C2E41D3B-545A-4B4B-993B-57600ACA3A0C}" destId="{600AE1D5-EDC4-425F-A9B4-62BD17A1F8D2}" srcOrd="20" destOrd="0" presId="urn:microsoft.com/office/officeart/2005/8/layout/default"/>
    <dgm:cxn modelId="{24681A63-D45A-402F-9711-80FE4EFD621E}" type="presParOf" srcId="{C2E41D3B-545A-4B4B-993B-57600ACA3A0C}" destId="{9B99E534-94E8-4F69-B3A4-3563F3811442}" srcOrd="21" destOrd="0" presId="urn:microsoft.com/office/officeart/2005/8/layout/default"/>
    <dgm:cxn modelId="{AA175DCF-01F9-416B-B4E9-1CC24100AE2C}" type="presParOf" srcId="{C2E41D3B-545A-4B4B-993B-57600ACA3A0C}" destId="{DFDD92DD-610D-410B-BD94-CFF725582AA1}" srcOrd="22" destOrd="0" presId="urn:microsoft.com/office/officeart/2005/8/layout/default"/>
    <dgm:cxn modelId="{A4772A51-A958-424E-AC46-7C0CB9EDF9BB}" type="presParOf" srcId="{C2E41D3B-545A-4B4B-993B-57600ACA3A0C}" destId="{FF244FAB-C957-442D-8D24-05F35308ABF8}" srcOrd="23" destOrd="0" presId="urn:microsoft.com/office/officeart/2005/8/layout/default"/>
    <dgm:cxn modelId="{F1020D1E-5B40-4C25-92B5-7FEDE9D35664}" type="presParOf" srcId="{C2E41D3B-545A-4B4B-993B-57600ACA3A0C}" destId="{1088895C-985D-4EFE-A9A7-E348C26B503E}" srcOrd="2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3A3F66F-94D3-41E5-B489-C61B04F3072C}" type="doc">
      <dgm:prSet loTypeId="urn:microsoft.com/office/officeart/2005/8/layout/process5" loCatId="process" qsTypeId="urn:microsoft.com/office/officeart/2005/8/quickstyle/simple1" qsCatId="simple" csTypeId="urn:microsoft.com/office/officeart/2005/8/colors/accent1_2" csCatId="accent1"/>
      <dgm:spPr/>
      <dgm:t>
        <a:bodyPr/>
        <a:lstStyle/>
        <a:p>
          <a:endParaRPr lang="en-US"/>
        </a:p>
      </dgm:t>
    </dgm:pt>
    <dgm:pt modelId="{F4B5CC65-40D2-4569-B9E8-7D927760B377}">
      <dgm:prSet custT="1"/>
      <dgm:spPr/>
      <dgm:t>
        <a:bodyPr/>
        <a:lstStyle/>
        <a:p>
          <a:r>
            <a:rPr lang="en-US" sz="1200" b="1" dirty="0">
              <a:latin typeface="Times New Roman" panose="02020603050405020304" pitchFamily="18" charset="0"/>
              <a:cs typeface="Times New Roman" panose="02020603050405020304" pitchFamily="18" charset="0"/>
            </a:rPr>
            <a:t>2. The cost of implementing multi-factor authentication (MFA) is $500,000.</a:t>
          </a:r>
          <a:endParaRPr lang="en-US" sz="1200" dirty="0">
            <a:latin typeface="Times New Roman" panose="02020603050405020304" pitchFamily="18" charset="0"/>
            <a:cs typeface="Times New Roman" panose="02020603050405020304" pitchFamily="18" charset="0"/>
          </a:endParaRPr>
        </a:p>
      </dgm:t>
    </dgm:pt>
    <dgm:pt modelId="{1E864B6C-89F6-4DD5-AC9F-AAC50F3ED6D7}" type="parTrans" cxnId="{07909AB3-8AD5-45A4-BE81-109A7369A3C3}">
      <dgm:prSet/>
      <dgm:spPr/>
      <dgm:t>
        <a:bodyPr/>
        <a:lstStyle/>
        <a:p>
          <a:endParaRPr lang="en-US" sz="1200">
            <a:latin typeface="Times New Roman" panose="02020603050405020304" pitchFamily="18" charset="0"/>
            <a:cs typeface="Times New Roman" panose="02020603050405020304" pitchFamily="18" charset="0"/>
          </a:endParaRPr>
        </a:p>
      </dgm:t>
    </dgm:pt>
    <dgm:pt modelId="{57854E9A-99B2-4B43-B5AA-0C69AA1AA767}" type="sibTrans" cxnId="{07909AB3-8AD5-45A4-BE81-109A7369A3C3}">
      <dgm:prSet custT="1"/>
      <dgm:spPr/>
      <dgm:t>
        <a:bodyPr/>
        <a:lstStyle/>
        <a:p>
          <a:endParaRPr lang="en-US" sz="1200">
            <a:latin typeface="Times New Roman" panose="02020603050405020304" pitchFamily="18" charset="0"/>
            <a:cs typeface="Times New Roman" panose="02020603050405020304" pitchFamily="18" charset="0"/>
          </a:endParaRPr>
        </a:p>
      </dgm:t>
    </dgm:pt>
    <dgm:pt modelId="{F6D06C42-89F0-4B1C-8812-BFD7832D6E50}">
      <dgm:prSet custT="1"/>
      <dgm:spPr/>
      <dgm:t>
        <a:bodyPr/>
        <a:lstStyle/>
        <a:p>
          <a:r>
            <a:rPr lang="en-US" sz="1200">
              <a:latin typeface="Times New Roman" panose="02020603050405020304" pitchFamily="18" charset="0"/>
              <a:cs typeface="Times New Roman" panose="02020603050405020304" pitchFamily="18" charset="0"/>
            </a:rPr>
            <a:t>All user accounts should have MFA implemented to lessen the possibility of unwanted access brought on by shoddy authentication procedures.</a:t>
          </a:r>
        </a:p>
      </dgm:t>
    </dgm:pt>
    <dgm:pt modelId="{783FBCB2-A800-407E-BA37-B4993F8C8857}" type="parTrans" cxnId="{8BBBD76E-6147-4720-BBBD-613E40C8FFA7}">
      <dgm:prSet/>
      <dgm:spPr/>
      <dgm:t>
        <a:bodyPr/>
        <a:lstStyle/>
        <a:p>
          <a:endParaRPr lang="en-US" sz="1200">
            <a:latin typeface="Times New Roman" panose="02020603050405020304" pitchFamily="18" charset="0"/>
            <a:cs typeface="Times New Roman" panose="02020603050405020304" pitchFamily="18" charset="0"/>
          </a:endParaRPr>
        </a:p>
      </dgm:t>
    </dgm:pt>
    <dgm:pt modelId="{592A1F9E-434F-4142-91BA-726A548D8AF4}" type="sibTrans" cxnId="{8BBBD76E-6147-4720-BBBD-613E40C8FFA7}">
      <dgm:prSet custT="1"/>
      <dgm:spPr/>
      <dgm:t>
        <a:bodyPr/>
        <a:lstStyle/>
        <a:p>
          <a:endParaRPr lang="en-US" sz="1200">
            <a:latin typeface="Times New Roman" panose="02020603050405020304" pitchFamily="18" charset="0"/>
            <a:cs typeface="Times New Roman" panose="02020603050405020304" pitchFamily="18" charset="0"/>
          </a:endParaRPr>
        </a:p>
      </dgm:t>
    </dgm:pt>
    <dgm:pt modelId="{CF0B5D13-8813-4BA2-97CA-449BCB07D6E2}">
      <dgm:prSet custT="1"/>
      <dgm:spPr/>
      <dgm:t>
        <a:bodyPr/>
        <a:lstStyle/>
        <a:p>
          <a:r>
            <a:rPr lang="en-US" sz="1200">
              <a:latin typeface="Times New Roman" panose="02020603050405020304" pitchFamily="18" charset="0"/>
              <a:cs typeface="Times New Roman" panose="02020603050405020304" pitchFamily="18" charset="0"/>
            </a:rPr>
            <a:t>$429,000,000 in financial loss was avoided (due to a weak authentication compromise).</a:t>
          </a:r>
        </a:p>
      </dgm:t>
    </dgm:pt>
    <dgm:pt modelId="{EB65192F-2B34-4963-B5A2-2B4B4367DBCB}" type="parTrans" cxnId="{AF433CF9-1D5D-4903-9D10-DD74183A4CFF}">
      <dgm:prSet/>
      <dgm:spPr/>
      <dgm:t>
        <a:bodyPr/>
        <a:lstStyle/>
        <a:p>
          <a:endParaRPr lang="en-US" sz="1200">
            <a:latin typeface="Times New Roman" panose="02020603050405020304" pitchFamily="18" charset="0"/>
            <a:cs typeface="Times New Roman" panose="02020603050405020304" pitchFamily="18" charset="0"/>
          </a:endParaRPr>
        </a:p>
      </dgm:t>
    </dgm:pt>
    <dgm:pt modelId="{66757F62-D082-43C5-925C-1796C0B2D041}" type="sibTrans" cxnId="{AF433CF9-1D5D-4903-9D10-DD74183A4CFF}">
      <dgm:prSet custT="1"/>
      <dgm:spPr/>
      <dgm:t>
        <a:bodyPr/>
        <a:lstStyle/>
        <a:p>
          <a:endParaRPr lang="en-US" sz="1200">
            <a:latin typeface="Times New Roman" panose="02020603050405020304" pitchFamily="18" charset="0"/>
            <a:cs typeface="Times New Roman" panose="02020603050405020304" pitchFamily="18" charset="0"/>
          </a:endParaRPr>
        </a:p>
      </dgm:t>
    </dgm:pt>
    <dgm:pt modelId="{957CED30-94BC-430D-81A7-54113829A94A}">
      <dgm:prSet custT="1"/>
      <dgm:spPr/>
      <dgm:t>
        <a:bodyPr/>
        <a:lstStyle/>
        <a:p>
          <a:r>
            <a:rPr lang="en-US" sz="1200">
              <a:latin typeface="Times New Roman" panose="02020603050405020304" pitchFamily="18" charset="0"/>
              <a:cs typeface="Times New Roman" panose="02020603050405020304" pitchFamily="18" charset="0"/>
            </a:rPr>
            <a:t>Net Advantage:</a:t>
          </a:r>
        </a:p>
      </dgm:t>
    </dgm:pt>
    <dgm:pt modelId="{1DDA484C-A8D5-48C0-94F3-E6D45CAC2EE8}" type="parTrans" cxnId="{AB3DB7E3-B4B8-4F6C-9200-B22E1E1FE5BC}">
      <dgm:prSet/>
      <dgm:spPr/>
      <dgm:t>
        <a:bodyPr/>
        <a:lstStyle/>
        <a:p>
          <a:endParaRPr lang="en-US" sz="1200">
            <a:latin typeface="Times New Roman" panose="02020603050405020304" pitchFamily="18" charset="0"/>
            <a:cs typeface="Times New Roman" panose="02020603050405020304" pitchFamily="18" charset="0"/>
          </a:endParaRPr>
        </a:p>
      </dgm:t>
    </dgm:pt>
    <dgm:pt modelId="{5DF8C2C3-C6AB-46E1-B77B-278EBF8C1195}" type="sibTrans" cxnId="{AB3DB7E3-B4B8-4F6C-9200-B22E1E1FE5BC}">
      <dgm:prSet custT="1"/>
      <dgm:spPr/>
      <dgm:t>
        <a:bodyPr/>
        <a:lstStyle/>
        <a:p>
          <a:endParaRPr lang="en-US" sz="1200">
            <a:latin typeface="Times New Roman" panose="02020603050405020304" pitchFamily="18" charset="0"/>
            <a:cs typeface="Times New Roman" panose="02020603050405020304" pitchFamily="18" charset="0"/>
          </a:endParaRPr>
        </a:p>
      </dgm:t>
    </dgm:pt>
    <dgm:pt modelId="{64447BEC-64E6-4CAF-A6ED-B082CAC84CD5}">
      <dgm:prSet custT="1"/>
      <dgm:spPr/>
      <dgm:t>
        <a:bodyPr/>
        <a:lstStyle/>
        <a:p>
          <a:r>
            <a:rPr lang="en-US" sz="1200">
              <a:latin typeface="Times New Roman" panose="02020603050405020304" pitchFamily="18" charset="0"/>
              <a:cs typeface="Times New Roman" panose="02020603050405020304" pitchFamily="18" charset="0"/>
            </a:rPr>
            <a:t>Benefit Net = 429, 000, 000 − 500, 000 = 428, 500, 000</a:t>
          </a:r>
        </a:p>
      </dgm:t>
    </dgm:pt>
    <dgm:pt modelId="{5BCBAF25-DD92-42B1-B3EB-C21D7DADE3C3}" type="parTrans" cxnId="{29B64E02-6E04-4BE5-A846-0B91A559458F}">
      <dgm:prSet/>
      <dgm:spPr/>
      <dgm:t>
        <a:bodyPr/>
        <a:lstStyle/>
        <a:p>
          <a:endParaRPr lang="en-US" sz="1200">
            <a:latin typeface="Times New Roman" panose="02020603050405020304" pitchFamily="18" charset="0"/>
            <a:cs typeface="Times New Roman" panose="02020603050405020304" pitchFamily="18" charset="0"/>
          </a:endParaRPr>
        </a:p>
      </dgm:t>
    </dgm:pt>
    <dgm:pt modelId="{4E60F401-B425-4335-BAFC-373BA30E074A}" type="sibTrans" cxnId="{29B64E02-6E04-4BE5-A846-0B91A559458F}">
      <dgm:prSet custT="1"/>
      <dgm:spPr/>
      <dgm:t>
        <a:bodyPr/>
        <a:lstStyle/>
        <a:p>
          <a:endParaRPr lang="en-US" sz="1200">
            <a:latin typeface="Times New Roman" panose="02020603050405020304" pitchFamily="18" charset="0"/>
            <a:cs typeface="Times New Roman" panose="02020603050405020304" pitchFamily="18" charset="0"/>
          </a:endParaRPr>
        </a:p>
      </dgm:t>
    </dgm:pt>
    <dgm:pt modelId="{8EA52D2B-E61B-4B47-A7BD-3DDD63560C9F}">
      <dgm:prSet custT="1"/>
      <dgm:spPr/>
      <dgm:t>
        <a:bodyPr/>
        <a:lstStyle/>
        <a:p>
          <a:r>
            <a:rPr lang="en-US" sz="1200">
              <a:latin typeface="Times New Roman" panose="02020603050405020304" pitchFamily="18" charset="0"/>
              <a:cs typeface="Times New Roman" panose="02020603050405020304" pitchFamily="18" charset="0"/>
            </a:rPr>
            <a:t>The net benefit is 429,000,000 minus 500,000, or 428,500,000.</a:t>
          </a:r>
        </a:p>
      </dgm:t>
    </dgm:pt>
    <dgm:pt modelId="{45E55AEA-9458-4890-B6A6-FBD31D94C4B8}" type="parTrans" cxnId="{A39A5D4B-7769-4A94-9485-60917921F2FD}">
      <dgm:prSet/>
      <dgm:spPr/>
      <dgm:t>
        <a:bodyPr/>
        <a:lstStyle/>
        <a:p>
          <a:endParaRPr lang="en-US" sz="1200">
            <a:latin typeface="Times New Roman" panose="02020603050405020304" pitchFamily="18" charset="0"/>
            <a:cs typeface="Times New Roman" panose="02020603050405020304" pitchFamily="18" charset="0"/>
          </a:endParaRPr>
        </a:p>
      </dgm:t>
    </dgm:pt>
    <dgm:pt modelId="{D7F200FC-0592-4087-A72D-A3FD4D91E7BF}" type="sibTrans" cxnId="{A39A5D4B-7769-4A94-9485-60917921F2FD}">
      <dgm:prSet custT="1"/>
      <dgm:spPr/>
      <dgm:t>
        <a:bodyPr/>
        <a:lstStyle/>
        <a:p>
          <a:endParaRPr lang="en-US" sz="1200">
            <a:latin typeface="Times New Roman" panose="02020603050405020304" pitchFamily="18" charset="0"/>
            <a:cs typeface="Times New Roman" panose="02020603050405020304" pitchFamily="18" charset="0"/>
          </a:endParaRPr>
        </a:p>
      </dgm:t>
    </dgm:pt>
    <dgm:pt modelId="{2B2900B9-615E-49C1-A2AB-7A560BFCC884}">
      <dgm:prSet custT="1"/>
      <dgm:spPr/>
      <dgm:t>
        <a:bodyPr/>
        <a:lstStyle/>
        <a:p>
          <a:r>
            <a:rPr lang="en-US" sz="1200" b="1">
              <a:latin typeface="Times New Roman" panose="02020603050405020304" pitchFamily="18" charset="0"/>
              <a:cs typeface="Times New Roman" panose="02020603050405020304" pitchFamily="18" charset="0"/>
            </a:rPr>
            <a:t>3. The annual cost of implementing an employee training program is $200,000</a:t>
          </a:r>
          <a:r>
            <a:rPr lang="en-US" sz="1200">
              <a:latin typeface="Times New Roman" panose="02020603050405020304" pitchFamily="18" charset="0"/>
              <a:cs typeface="Times New Roman" panose="02020603050405020304" pitchFamily="18" charset="0"/>
            </a:rPr>
            <a:t>.</a:t>
          </a:r>
        </a:p>
      </dgm:t>
    </dgm:pt>
    <dgm:pt modelId="{98FC5847-72E3-4798-8267-710880E06A95}" type="parTrans" cxnId="{76A07EB8-A85A-4045-92FD-9BC6C209ECB8}">
      <dgm:prSet/>
      <dgm:spPr/>
      <dgm:t>
        <a:bodyPr/>
        <a:lstStyle/>
        <a:p>
          <a:endParaRPr lang="en-US" sz="1200">
            <a:latin typeface="Times New Roman" panose="02020603050405020304" pitchFamily="18" charset="0"/>
            <a:cs typeface="Times New Roman" panose="02020603050405020304" pitchFamily="18" charset="0"/>
          </a:endParaRPr>
        </a:p>
      </dgm:t>
    </dgm:pt>
    <dgm:pt modelId="{30B328BF-1F1B-4563-BF8A-20892B8246FA}" type="sibTrans" cxnId="{76A07EB8-A85A-4045-92FD-9BC6C209ECB8}">
      <dgm:prSet custT="1"/>
      <dgm:spPr/>
      <dgm:t>
        <a:bodyPr/>
        <a:lstStyle/>
        <a:p>
          <a:endParaRPr lang="en-US" sz="1200">
            <a:latin typeface="Times New Roman" panose="02020603050405020304" pitchFamily="18" charset="0"/>
            <a:cs typeface="Times New Roman" panose="02020603050405020304" pitchFamily="18" charset="0"/>
          </a:endParaRPr>
        </a:p>
      </dgm:t>
    </dgm:pt>
    <dgm:pt modelId="{05F62E6B-2F6F-44AD-968B-75BB9398E71A}">
      <dgm:prSet custT="1"/>
      <dgm:spPr/>
      <dgm:t>
        <a:bodyPr/>
        <a:lstStyle/>
        <a:p>
          <a:r>
            <a:rPr lang="en-US" sz="1200">
              <a:latin typeface="Times New Roman" panose="02020603050405020304" pitchFamily="18" charset="0"/>
              <a:cs typeface="Times New Roman" panose="02020603050405020304" pitchFamily="18" charset="0"/>
            </a:rPr>
            <a:t>By teaching staff members about phishing scams and appropriate security procedures, a comprehensive training program would reduce the possibility of human mistake.</a:t>
          </a:r>
        </a:p>
      </dgm:t>
    </dgm:pt>
    <dgm:pt modelId="{04D6C202-6CFF-4FA9-BBA5-EB213D3172ED}" type="parTrans" cxnId="{1D53C1B3-2DF7-447C-8991-74F8E09AAE2A}">
      <dgm:prSet/>
      <dgm:spPr/>
      <dgm:t>
        <a:bodyPr/>
        <a:lstStyle/>
        <a:p>
          <a:endParaRPr lang="en-US" sz="1200">
            <a:latin typeface="Times New Roman" panose="02020603050405020304" pitchFamily="18" charset="0"/>
            <a:cs typeface="Times New Roman" panose="02020603050405020304" pitchFamily="18" charset="0"/>
          </a:endParaRPr>
        </a:p>
      </dgm:t>
    </dgm:pt>
    <dgm:pt modelId="{C1FBB744-1495-42CC-90DC-9637C524ADCC}" type="sibTrans" cxnId="{1D53C1B3-2DF7-447C-8991-74F8E09AAE2A}">
      <dgm:prSet custT="1"/>
      <dgm:spPr/>
      <dgm:t>
        <a:bodyPr/>
        <a:lstStyle/>
        <a:p>
          <a:endParaRPr lang="en-US" sz="1200">
            <a:latin typeface="Times New Roman" panose="02020603050405020304" pitchFamily="18" charset="0"/>
            <a:cs typeface="Times New Roman" panose="02020603050405020304" pitchFamily="18" charset="0"/>
          </a:endParaRPr>
        </a:p>
      </dgm:t>
    </dgm:pt>
    <dgm:pt modelId="{FEC87A66-7C56-46C8-90A7-C04F80FC5176}">
      <dgm:prSet custT="1"/>
      <dgm:spPr/>
      <dgm:t>
        <a:bodyPr/>
        <a:lstStyle/>
        <a:p>
          <a:r>
            <a:rPr lang="en-US" sz="1200">
              <a:latin typeface="Times New Roman" panose="02020603050405020304" pitchFamily="18" charset="0"/>
              <a:cs typeface="Times New Roman" panose="02020603050405020304" pitchFamily="18" charset="0"/>
            </a:rPr>
            <a:t>$98,670,000 in financial loss was avoided (due to an employee error).</a:t>
          </a:r>
        </a:p>
      </dgm:t>
    </dgm:pt>
    <dgm:pt modelId="{5BAE5F21-682F-4A8B-BCBE-551F8F34288F}" type="parTrans" cxnId="{627A7BF6-697C-4D50-9976-D8A8F891CFF0}">
      <dgm:prSet/>
      <dgm:spPr/>
      <dgm:t>
        <a:bodyPr/>
        <a:lstStyle/>
        <a:p>
          <a:endParaRPr lang="en-US" sz="1200">
            <a:latin typeface="Times New Roman" panose="02020603050405020304" pitchFamily="18" charset="0"/>
            <a:cs typeface="Times New Roman" panose="02020603050405020304" pitchFamily="18" charset="0"/>
          </a:endParaRPr>
        </a:p>
      </dgm:t>
    </dgm:pt>
    <dgm:pt modelId="{C877B99D-E883-406E-98B3-662ADBB75717}" type="sibTrans" cxnId="{627A7BF6-697C-4D50-9976-D8A8F891CFF0}">
      <dgm:prSet custT="1"/>
      <dgm:spPr/>
      <dgm:t>
        <a:bodyPr/>
        <a:lstStyle/>
        <a:p>
          <a:endParaRPr lang="en-US" sz="1200">
            <a:latin typeface="Times New Roman" panose="02020603050405020304" pitchFamily="18" charset="0"/>
            <a:cs typeface="Times New Roman" panose="02020603050405020304" pitchFamily="18" charset="0"/>
          </a:endParaRPr>
        </a:p>
      </dgm:t>
    </dgm:pt>
    <dgm:pt modelId="{CA7C485B-2BA4-4253-8E5C-989B29FB5A10}">
      <dgm:prSet custT="1"/>
      <dgm:spPr/>
      <dgm:t>
        <a:bodyPr/>
        <a:lstStyle/>
        <a:p>
          <a:r>
            <a:rPr lang="en-US" sz="1200">
              <a:latin typeface="Times New Roman" panose="02020603050405020304" pitchFamily="18" charset="0"/>
              <a:cs typeface="Times New Roman" panose="02020603050405020304" pitchFamily="18" charset="0"/>
            </a:rPr>
            <a:t>Net Advantage:</a:t>
          </a:r>
        </a:p>
      </dgm:t>
    </dgm:pt>
    <dgm:pt modelId="{8DBF48BE-00F2-4AF7-86D0-F252AFFB58CF}" type="parTrans" cxnId="{D5473616-6E72-4878-A9C6-11D1FA7F4498}">
      <dgm:prSet/>
      <dgm:spPr/>
      <dgm:t>
        <a:bodyPr/>
        <a:lstStyle/>
        <a:p>
          <a:endParaRPr lang="en-US" sz="1200">
            <a:latin typeface="Times New Roman" panose="02020603050405020304" pitchFamily="18" charset="0"/>
            <a:cs typeface="Times New Roman" panose="02020603050405020304" pitchFamily="18" charset="0"/>
          </a:endParaRPr>
        </a:p>
      </dgm:t>
    </dgm:pt>
    <dgm:pt modelId="{82958F65-837B-45B4-90A6-FABEDC70A3B3}" type="sibTrans" cxnId="{D5473616-6E72-4878-A9C6-11D1FA7F4498}">
      <dgm:prSet custT="1"/>
      <dgm:spPr/>
      <dgm:t>
        <a:bodyPr/>
        <a:lstStyle/>
        <a:p>
          <a:endParaRPr lang="en-US" sz="1200">
            <a:latin typeface="Times New Roman" panose="02020603050405020304" pitchFamily="18" charset="0"/>
            <a:cs typeface="Times New Roman" panose="02020603050405020304" pitchFamily="18" charset="0"/>
          </a:endParaRPr>
        </a:p>
      </dgm:t>
    </dgm:pt>
    <dgm:pt modelId="{7B242646-EF6E-435C-9A08-5CEE989D2665}">
      <dgm:prSet custT="1"/>
      <dgm:spPr/>
      <dgm:t>
        <a:bodyPr/>
        <a:lstStyle/>
        <a:p>
          <a:r>
            <a:rPr lang="en-US" sz="1200">
              <a:latin typeface="Times New Roman" panose="02020603050405020304" pitchFamily="18" charset="0"/>
              <a:cs typeface="Times New Roman" panose="02020603050405020304" pitchFamily="18" charset="0"/>
            </a:rPr>
            <a:t>The net benefit is equal to 98,670,000 minus 200,000, or 98,470,000</a:t>
          </a:r>
        </a:p>
      </dgm:t>
    </dgm:pt>
    <dgm:pt modelId="{63336BA0-68CA-4CC4-9878-2B481C29E77C}" type="parTrans" cxnId="{F11C9747-D804-4B6A-8DBE-2E71BC48E698}">
      <dgm:prSet/>
      <dgm:spPr/>
      <dgm:t>
        <a:bodyPr/>
        <a:lstStyle/>
        <a:p>
          <a:endParaRPr lang="en-US" sz="1200">
            <a:latin typeface="Times New Roman" panose="02020603050405020304" pitchFamily="18" charset="0"/>
            <a:cs typeface="Times New Roman" panose="02020603050405020304" pitchFamily="18" charset="0"/>
          </a:endParaRPr>
        </a:p>
      </dgm:t>
    </dgm:pt>
    <dgm:pt modelId="{F433EB6F-4DBB-4867-BB26-C3C6EA9A360C}" type="sibTrans" cxnId="{F11C9747-D804-4B6A-8DBE-2E71BC48E698}">
      <dgm:prSet custT="1"/>
      <dgm:spPr/>
      <dgm:t>
        <a:bodyPr/>
        <a:lstStyle/>
        <a:p>
          <a:endParaRPr lang="en-US" sz="1200">
            <a:latin typeface="Times New Roman" panose="02020603050405020304" pitchFamily="18" charset="0"/>
            <a:cs typeface="Times New Roman" panose="02020603050405020304" pitchFamily="18" charset="0"/>
          </a:endParaRPr>
        </a:p>
      </dgm:t>
    </dgm:pt>
    <dgm:pt modelId="{A6A347AD-EDA5-4CD8-9747-5292FE6C9939}">
      <dgm:prSet custT="1"/>
      <dgm:spPr/>
      <dgm:t>
        <a:bodyPr/>
        <a:lstStyle/>
        <a:p>
          <a:r>
            <a:rPr lang="en-US" sz="1200">
              <a:latin typeface="Times New Roman" panose="02020603050405020304" pitchFamily="18" charset="0"/>
              <a:cs typeface="Times New Roman" panose="02020603050405020304" pitchFamily="18" charset="0"/>
            </a:rPr>
            <a:t>98,670,000 − 200,000 = 98,470,000 is the net benefit.</a:t>
          </a:r>
        </a:p>
      </dgm:t>
    </dgm:pt>
    <dgm:pt modelId="{CCAC6B64-0213-451D-9DD8-C204EFAB1370}" type="parTrans" cxnId="{7AE82EE8-4F48-4EA0-ADA2-D7CC46CF6836}">
      <dgm:prSet/>
      <dgm:spPr/>
      <dgm:t>
        <a:bodyPr/>
        <a:lstStyle/>
        <a:p>
          <a:endParaRPr lang="en-US" sz="1200">
            <a:latin typeface="Times New Roman" panose="02020603050405020304" pitchFamily="18" charset="0"/>
            <a:cs typeface="Times New Roman" panose="02020603050405020304" pitchFamily="18" charset="0"/>
          </a:endParaRPr>
        </a:p>
      </dgm:t>
    </dgm:pt>
    <dgm:pt modelId="{8FA0F08E-EA79-4422-A5FE-71395D21E76C}" type="sibTrans" cxnId="{7AE82EE8-4F48-4EA0-ADA2-D7CC46CF6836}">
      <dgm:prSet/>
      <dgm:spPr/>
      <dgm:t>
        <a:bodyPr/>
        <a:lstStyle/>
        <a:p>
          <a:endParaRPr lang="en-US" sz="1200">
            <a:latin typeface="Times New Roman" panose="02020603050405020304" pitchFamily="18" charset="0"/>
            <a:cs typeface="Times New Roman" panose="02020603050405020304" pitchFamily="18" charset="0"/>
          </a:endParaRPr>
        </a:p>
      </dgm:t>
    </dgm:pt>
    <dgm:pt modelId="{464923BD-68D2-4C02-8005-646D7DC2BDDE}" type="pres">
      <dgm:prSet presAssocID="{33A3F66F-94D3-41E5-B489-C61B04F3072C}" presName="diagram" presStyleCnt="0">
        <dgm:presLayoutVars>
          <dgm:dir/>
          <dgm:resizeHandles val="exact"/>
        </dgm:presLayoutVars>
      </dgm:prSet>
      <dgm:spPr/>
    </dgm:pt>
    <dgm:pt modelId="{EF25E448-8188-4980-B693-7314222CAD00}" type="pres">
      <dgm:prSet presAssocID="{F4B5CC65-40D2-4569-B9E8-7D927760B377}" presName="node" presStyleLbl="node1" presStyleIdx="0" presStyleCnt="12">
        <dgm:presLayoutVars>
          <dgm:bulletEnabled val="1"/>
        </dgm:presLayoutVars>
      </dgm:prSet>
      <dgm:spPr/>
    </dgm:pt>
    <dgm:pt modelId="{F95A1BF3-83C1-4FA1-8F19-76BCCBE13215}" type="pres">
      <dgm:prSet presAssocID="{57854E9A-99B2-4B43-B5AA-0C69AA1AA767}" presName="sibTrans" presStyleLbl="sibTrans2D1" presStyleIdx="0" presStyleCnt="11"/>
      <dgm:spPr/>
    </dgm:pt>
    <dgm:pt modelId="{D58644B5-08A8-44AA-B6C0-C3F1C0086F2E}" type="pres">
      <dgm:prSet presAssocID="{57854E9A-99B2-4B43-B5AA-0C69AA1AA767}" presName="connectorText" presStyleLbl="sibTrans2D1" presStyleIdx="0" presStyleCnt="11"/>
      <dgm:spPr/>
    </dgm:pt>
    <dgm:pt modelId="{2CA4A895-E49C-4AE7-AF30-7B6A18FB6FF7}" type="pres">
      <dgm:prSet presAssocID="{F6D06C42-89F0-4B1C-8812-BFD7832D6E50}" presName="node" presStyleLbl="node1" presStyleIdx="1" presStyleCnt="12">
        <dgm:presLayoutVars>
          <dgm:bulletEnabled val="1"/>
        </dgm:presLayoutVars>
      </dgm:prSet>
      <dgm:spPr/>
    </dgm:pt>
    <dgm:pt modelId="{98533B62-17C9-4899-B5EE-5DBEB8F058B6}" type="pres">
      <dgm:prSet presAssocID="{592A1F9E-434F-4142-91BA-726A548D8AF4}" presName="sibTrans" presStyleLbl="sibTrans2D1" presStyleIdx="1" presStyleCnt="11"/>
      <dgm:spPr/>
    </dgm:pt>
    <dgm:pt modelId="{6AC1941A-9BEF-4597-9EF3-AB5BD61977FB}" type="pres">
      <dgm:prSet presAssocID="{592A1F9E-434F-4142-91BA-726A548D8AF4}" presName="connectorText" presStyleLbl="sibTrans2D1" presStyleIdx="1" presStyleCnt="11"/>
      <dgm:spPr/>
    </dgm:pt>
    <dgm:pt modelId="{7BD84961-80A7-48CE-8C44-B0F832C1AD23}" type="pres">
      <dgm:prSet presAssocID="{CF0B5D13-8813-4BA2-97CA-449BCB07D6E2}" presName="node" presStyleLbl="node1" presStyleIdx="2" presStyleCnt="12">
        <dgm:presLayoutVars>
          <dgm:bulletEnabled val="1"/>
        </dgm:presLayoutVars>
      </dgm:prSet>
      <dgm:spPr/>
    </dgm:pt>
    <dgm:pt modelId="{728044EF-D9C6-4078-8DD0-891FA2C86A68}" type="pres">
      <dgm:prSet presAssocID="{66757F62-D082-43C5-925C-1796C0B2D041}" presName="sibTrans" presStyleLbl="sibTrans2D1" presStyleIdx="2" presStyleCnt="11"/>
      <dgm:spPr/>
    </dgm:pt>
    <dgm:pt modelId="{B9024618-C4BD-40F4-A943-AC182285AAE3}" type="pres">
      <dgm:prSet presAssocID="{66757F62-D082-43C5-925C-1796C0B2D041}" presName="connectorText" presStyleLbl="sibTrans2D1" presStyleIdx="2" presStyleCnt="11"/>
      <dgm:spPr/>
    </dgm:pt>
    <dgm:pt modelId="{61DFA911-3516-4969-8CCA-5A5234C8D417}" type="pres">
      <dgm:prSet presAssocID="{957CED30-94BC-430D-81A7-54113829A94A}" presName="node" presStyleLbl="node1" presStyleIdx="3" presStyleCnt="12">
        <dgm:presLayoutVars>
          <dgm:bulletEnabled val="1"/>
        </dgm:presLayoutVars>
      </dgm:prSet>
      <dgm:spPr/>
    </dgm:pt>
    <dgm:pt modelId="{13237F2D-CF0F-465F-B91A-60CEEB13896B}" type="pres">
      <dgm:prSet presAssocID="{5DF8C2C3-C6AB-46E1-B77B-278EBF8C1195}" presName="sibTrans" presStyleLbl="sibTrans2D1" presStyleIdx="3" presStyleCnt="11"/>
      <dgm:spPr/>
    </dgm:pt>
    <dgm:pt modelId="{EC9FC6FF-1554-42B7-A719-73FFB7453B6C}" type="pres">
      <dgm:prSet presAssocID="{5DF8C2C3-C6AB-46E1-B77B-278EBF8C1195}" presName="connectorText" presStyleLbl="sibTrans2D1" presStyleIdx="3" presStyleCnt="11"/>
      <dgm:spPr/>
    </dgm:pt>
    <dgm:pt modelId="{FB583041-EFFC-42A3-A364-5457510EEFAC}" type="pres">
      <dgm:prSet presAssocID="{64447BEC-64E6-4CAF-A6ED-B082CAC84CD5}" presName="node" presStyleLbl="node1" presStyleIdx="4" presStyleCnt="12">
        <dgm:presLayoutVars>
          <dgm:bulletEnabled val="1"/>
        </dgm:presLayoutVars>
      </dgm:prSet>
      <dgm:spPr/>
    </dgm:pt>
    <dgm:pt modelId="{CE6EA365-D08B-4B25-8613-AD2F9FEA7F07}" type="pres">
      <dgm:prSet presAssocID="{4E60F401-B425-4335-BAFC-373BA30E074A}" presName="sibTrans" presStyleLbl="sibTrans2D1" presStyleIdx="4" presStyleCnt="11"/>
      <dgm:spPr/>
    </dgm:pt>
    <dgm:pt modelId="{8B3F47D2-FA1F-4A2E-A92E-EFFD5BF5A2D7}" type="pres">
      <dgm:prSet presAssocID="{4E60F401-B425-4335-BAFC-373BA30E074A}" presName="connectorText" presStyleLbl="sibTrans2D1" presStyleIdx="4" presStyleCnt="11"/>
      <dgm:spPr/>
    </dgm:pt>
    <dgm:pt modelId="{788FA663-7190-4CF3-9965-234111121043}" type="pres">
      <dgm:prSet presAssocID="{8EA52D2B-E61B-4B47-A7BD-3DDD63560C9F}" presName="node" presStyleLbl="node1" presStyleIdx="5" presStyleCnt="12">
        <dgm:presLayoutVars>
          <dgm:bulletEnabled val="1"/>
        </dgm:presLayoutVars>
      </dgm:prSet>
      <dgm:spPr/>
    </dgm:pt>
    <dgm:pt modelId="{339A6190-3DEF-4BBC-A4B1-C68B133AA2DB}" type="pres">
      <dgm:prSet presAssocID="{D7F200FC-0592-4087-A72D-A3FD4D91E7BF}" presName="sibTrans" presStyleLbl="sibTrans2D1" presStyleIdx="5" presStyleCnt="11"/>
      <dgm:spPr/>
    </dgm:pt>
    <dgm:pt modelId="{4DC754BB-5A79-48D3-A48C-E7344BE7B72D}" type="pres">
      <dgm:prSet presAssocID="{D7F200FC-0592-4087-A72D-A3FD4D91E7BF}" presName="connectorText" presStyleLbl="sibTrans2D1" presStyleIdx="5" presStyleCnt="11"/>
      <dgm:spPr/>
    </dgm:pt>
    <dgm:pt modelId="{34576435-7EFB-4829-8906-2E5A7064B8DF}" type="pres">
      <dgm:prSet presAssocID="{2B2900B9-615E-49C1-A2AB-7A560BFCC884}" presName="node" presStyleLbl="node1" presStyleIdx="6" presStyleCnt="12">
        <dgm:presLayoutVars>
          <dgm:bulletEnabled val="1"/>
        </dgm:presLayoutVars>
      </dgm:prSet>
      <dgm:spPr/>
    </dgm:pt>
    <dgm:pt modelId="{6AD0FB57-8A02-4B43-BCC8-41C66085E715}" type="pres">
      <dgm:prSet presAssocID="{30B328BF-1F1B-4563-BF8A-20892B8246FA}" presName="sibTrans" presStyleLbl="sibTrans2D1" presStyleIdx="6" presStyleCnt="11"/>
      <dgm:spPr/>
    </dgm:pt>
    <dgm:pt modelId="{6DE178CF-8407-4F68-A1D6-08D50FB98DE6}" type="pres">
      <dgm:prSet presAssocID="{30B328BF-1F1B-4563-BF8A-20892B8246FA}" presName="connectorText" presStyleLbl="sibTrans2D1" presStyleIdx="6" presStyleCnt="11"/>
      <dgm:spPr/>
    </dgm:pt>
    <dgm:pt modelId="{642E0FBE-2323-487F-B14E-F9118D71241C}" type="pres">
      <dgm:prSet presAssocID="{05F62E6B-2F6F-44AD-968B-75BB9398E71A}" presName="node" presStyleLbl="node1" presStyleIdx="7" presStyleCnt="12">
        <dgm:presLayoutVars>
          <dgm:bulletEnabled val="1"/>
        </dgm:presLayoutVars>
      </dgm:prSet>
      <dgm:spPr/>
    </dgm:pt>
    <dgm:pt modelId="{3F859727-D100-4DAE-9107-487C49E27A8A}" type="pres">
      <dgm:prSet presAssocID="{C1FBB744-1495-42CC-90DC-9637C524ADCC}" presName="sibTrans" presStyleLbl="sibTrans2D1" presStyleIdx="7" presStyleCnt="11"/>
      <dgm:spPr/>
    </dgm:pt>
    <dgm:pt modelId="{545C6685-8436-441A-8C3E-289C8AF24465}" type="pres">
      <dgm:prSet presAssocID="{C1FBB744-1495-42CC-90DC-9637C524ADCC}" presName="connectorText" presStyleLbl="sibTrans2D1" presStyleIdx="7" presStyleCnt="11"/>
      <dgm:spPr/>
    </dgm:pt>
    <dgm:pt modelId="{562BECBA-2812-4B3A-A811-EF23D03D4EE0}" type="pres">
      <dgm:prSet presAssocID="{FEC87A66-7C56-46C8-90A7-C04F80FC5176}" presName="node" presStyleLbl="node1" presStyleIdx="8" presStyleCnt="12">
        <dgm:presLayoutVars>
          <dgm:bulletEnabled val="1"/>
        </dgm:presLayoutVars>
      </dgm:prSet>
      <dgm:spPr/>
    </dgm:pt>
    <dgm:pt modelId="{C0960F74-FABB-49CF-AA09-1E64DBC2D642}" type="pres">
      <dgm:prSet presAssocID="{C877B99D-E883-406E-98B3-662ADBB75717}" presName="sibTrans" presStyleLbl="sibTrans2D1" presStyleIdx="8" presStyleCnt="11"/>
      <dgm:spPr/>
    </dgm:pt>
    <dgm:pt modelId="{EE91C736-CE4F-42E8-89DE-266F9C4E9454}" type="pres">
      <dgm:prSet presAssocID="{C877B99D-E883-406E-98B3-662ADBB75717}" presName="connectorText" presStyleLbl="sibTrans2D1" presStyleIdx="8" presStyleCnt="11"/>
      <dgm:spPr/>
    </dgm:pt>
    <dgm:pt modelId="{F051E5EE-CB1D-40AA-B988-AEE5B84F624C}" type="pres">
      <dgm:prSet presAssocID="{CA7C485B-2BA4-4253-8E5C-989B29FB5A10}" presName="node" presStyleLbl="node1" presStyleIdx="9" presStyleCnt="12">
        <dgm:presLayoutVars>
          <dgm:bulletEnabled val="1"/>
        </dgm:presLayoutVars>
      </dgm:prSet>
      <dgm:spPr/>
    </dgm:pt>
    <dgm:pt modelId="{2D635B29-D02E-47DE-BBD1-84022D0CE067}" type="pres">
      <dgm:prSet presAssocID="{82958F65-837B-45B4-90A6-FABEDC70A3B3}" presName="sibTrans" presStyleLbl="sibTrans2D1" presStyleIdx="9" presStyleCnt="11"/>
      <dgm:spPr/>
    </dgm:pt>
    <dgm:pt modelId="{35DC3188-612F-44DA-B9C9-24F421F178EC}" type="pres">
      <dgm:prSet presAssocID="{82958F65-837B-45B4-90A6-FABEDC70A3B3}" presName="connectorText" presStyleLbl="sibTrans2D1" presStyleIdx="9" presStyleCnt="11"/>
      <dgm:spPr/>
    </dgm:pt>
    <dgm:pt modelId="{AEF0987F-EA8F-4B89-8FCB-F15BE6F5CB0D}" type="pres">
      <dgm:prSet presAssocID="{7B242646-EF6E-435C-9A08-5CEE989D2665}" presName="node" presStyleLbl="node1" presStyleIdx="10" presStyleCnt="12">
        <dgm:presLayoutVars>
          <dgm:bulletEnabled val="1"/>
        </dgm:presLayoutVars>
      </dgm:prSet>
      <dgm:spPr/>
    </dgm:pt>
    <dgm:pt modelId="{C196F35C-B47C-4D61-A226-B6ABF77C178B}" type="pres">
      <dgm:prSet presAssocID="{F433EB6F-4DBB-4867-BB26-C3C6EA9A360C}" presName="sibTrans" presStyleLbl="sibTrans2D1" presStyleIdx="10" presStyleCnt="11"/>
      <dgm:spPr/>
    </dgm:pt>
    <dgm:pt modelId="{35DD9E89-7F4E-43A3-A2CA-4C675BAB8287}" type="pres">
      <dgm:prSet presAssocID="{F433EB6F-4DBB-4867-BB26-C3C6EA9A360C}" presName="connectorText" presStyleLbl="sibTrans2D1" presStyleIdx="10" presStyleCnt="11"/>
      <dgm:spPr/>
    </dgm:pt>
    <dgm:pt modelId="{CB20113F-36D0-43DD-8D76-FA4AB88AB3DE}" type="pres">
      <dgm:prSet presAssocID="{A6A347AD-EDA5-4CD8-9747-5292FE6C9939}" presName="node" presStyleLbl="node1" presStyleIdx="11" presStyleCnt="12">
        <dgm:presLayoutVars>
          <dgm:bulletEnabled val="1"/>
        </dgm:presLayoutVars>
      </dgm:prSet>
      <dgm:spPr/>
    </dgm:pt>
  </dgm:ptLst>
  <dgm:cxnLst>
    <dgm:cxn modelId="{44FCF900-EF2B-43B0-91C8-89340637CA5C}" type="presOf" srcId="{957CED30-94BC-430D-81A7-54113829A94A}" destId="{61DFA911-3516-4969-8CCA-5A5234C8D417}" srcOrd="0" destOrd="0" presId="urn:microsoft.com/office/officeart/2005/8/layout/process5"/>
    <dgm:cxn modelId="{29B64E02-6E04-4BE5-A846-0B91A559458F}" srcId="{33A3F66F-94D3-41E5-B489-C61B04F3072C}" destId="{64447BEC-64E6-4CAF-A6ED-B082CAC84CD5}" srcOrd="4" destOrd="0" parTransId="{5BCBAF25-DD92-42B1-B3EB-C21D7DADE3C3}" sibTransId="{4E60F401-B425-4335-BAFC-373BA30E074A}"/>
    <dgm:cxn modelId="{53198C02-F45A-4A89-BE86-CE7D70DF5FA7}" type="presOf" srcId="{4E60F401-B425-4335-BAFC-373BA30E074A}" destId="{CE6EA365-D08B-4B25-8613-AD2F9FEA7F07}" srcOrd="0" destOrd="0" presId="urn:microsoft.com/office/officeart/2005/8/layout/process5"/>
    <dgm:cxn modelId="{9AFCF507-1A70-4489-A8F1-D6BC898AC591}" type="presOf" srcId="{66757F62-D082-43C5-925C-1796C0B2D041}" destId="{728044EF-D9C6-4078-8DD0-891FA2C86A68}" srcOrd="0" destOrd="0" presId="urn:microsoft.com/office/officeart/2005/8/layout/process5"/>
    <dgm:cxn modelId="{D5473616-6E72-4878-A9C6-11D1FA7F4498}" srcId="{33A3F66F-94D3-41E5-B489-C61B04F3072C}" destId="{CA7C485B-2BA4-4253-8E5C-989B29FB5A10}" srcOrd="9" destOrd="0" parTransId="{8DBF48BE-00F2-4AF7-86D0-F252AFFB58CF}" sibTransId="{82958F65-837B-45B4-90A6-FABEDC70A3B3}"/>
    <dgm:cxn modelId="{92143917-0D6C-466A-91FE-E69B480F6E1D}" type="presOf" srcId="{CA7C485B-2BA4-4253-8E5C-989B29FB5A10}" destId="{F051E5EE-CB1D-40AA-B988-AEE5B84F624C}" srcOrd="0" destOrd="0" presId="urn:microsoft.com/office/officeart/2005/8/layout/process5"/>
    <dgm:cxn modelId="{942AF921-7A4D-4F29-9999-48D5378F041F}" type="presOf" srcId="{57854E9A-99B2-4B43-B5AA-0C69AA1AA767}" destId="{F95A1BF3-83C1-4FA1-8F19-76BCCBE13215}" srcOrd="0" destOrd="0" presId="urn:microsoft.com/office/officeart/2005/8/layout/process5"/>
    <dgm:cxn modelId="{BF9D4E23-C679-4CD3-913C-39B58882D647}" type="presOf" srcId="{66757F62-D082-43C5-925C-1796C0B2D041}" destId="{B9024618-C4BD-40F4-A943-AC182285AAE3}" srcOrd="1" destOrd="0" presId="urn:microsoft.com/office/officeart/2005/8/layout/process5"/>
    <dgm:cxn modelId="{C09D3E31-0C41-45BA-8863-D36F1946B696}" type="presOf" srcId="{57854E9A-99B2-4B43-B5AA-0C69AA1AA767}" destId="{D58644B5-08A8-44AA-B6C0-C3F1C0086F2E}" srcOrd="1" destOrd="0" presId="urn:microsoft.com/office/officeart/2005/8/layout/process5"/>
    <dgm:cxn modelId="{75D4F234-5217-4D69-93D9-EC44CDD72991}" type="presOf" srcId="{82958F65-837B-45B4-90A6-FABEDC70A3B3}" destId="{2D635B29-D02E-47DE-BBD1-84022D0CE067}" srcOrd="0" destOrd="0" presId="urn:microsoft.com/office/officeart/2005/8/layout/process5"/>
    <dgm:cxn modelId="{64792C61-09CA-4407-9441-58219BE34F05}" type="presOf" srcId="{5DF8C2C3-C6AB-46E1-B77B-278EBF8C1195}" destId="{13237F2D-CF0F-465F-B91A-60CEEB13896B}" srcOrd="0" destOrd="0" presId="urn:microsoft.com/office/officeart/2005/8/layout/process5"/>
    <dgm:cxn modelId="{6EC96261-17B5-4A0B-80D3-C685FC5EEAF3}" type="presOf" srcId="{F6D06C42-89F0-4B1C-8812-BFD7832D6E50}" destId="{2CA4A895-E49C-4AE7-AF30-7B6A18FB6FF7}" srcOrd="0" destOrd="0" presId="urn:microsoft.com/office/officeart/2005/8/layout/process5"/>
    <dgm:cxn modelId="{DF52E343-1938-4405-A2EF-5E4275517305}" type="presOf" srcId="{82958F65-837B-45B4-90A6-FABEDC70A3B3}" destId="{35DC3188-612F-44DA-B9C9-24F421F178EC}" srcOrd="1" destOrd="0" presId="urn:microsoft.com/office/officeart/2005/8/layout/process5"/>
    <dgm:cxn modelId="{F11C9747-D804-4B6A-8DBE-2E71BC48E698}" srcId="{33A3F66F-94D3-41E5-B489-C61B04F3072C}" destId="{7B242646-EF6E-435C-9A08-5CEE989D2665}" srcOrd="10" destOrd="0" parTransId="{63336BA0-68CA-4CC4-9878-2B481C29E77C}" sibTransId="{F433EB6F-4DBB-4867-BB26-C3C6EA9A360C}"/>
    <dgm:cxn modelId="{A39A5D4B-7769-4A94-9485-60917921F2FD}" srcId="{33A3F66F-94D3-41E5-B489-C61B04F3072C}" destId="{8EA52D2B-E61B-4B47-A7BD-3DDD63560C9F}" srcOrd="5" destOrd="0" parTransId="{45E55AEA-9458-4890-B6A6-FBD31D94C4B8}" sibTransId="{D7F200FC-0592-4087-A72D-A3FD4D91E7BF}"/>
    <dgm:cxn modelId="{8BBBD76E-6147-4720-BBBD-613E40C8FFA7}" srcId="{33A3F66F-94D3-41E5-B489-C61B04F3072C}" destId="{F6D06C42-89F0-4B1C-8812-BFD7832D6E50}" srcOrd="1" destOrd="0" parTransId="{783FBCB2-A800-407E-BA37-B4993F8C8857}" sibTransId="{592A1F9E-434F-4142-91BA-726A548D8AF4}"/>
    <dgm:cxn modelId="{9C882753-9039-4905-8E07-10F7B810D528}" type="presOf" srcId="{F433EB6F-4DBB-4867-BB26-C3C6EA9A360C}" destId="{35DD9E89-7F4E-43A3-A2CA-4C675BAB8287}" srcOrd="1" destOrd="0" presId="urn:microsoft.com/office/officeart/2005/8/layout/process5"/>
    <dgm:cxn modelId="{272E437A-B6F8-4F60-8B54-D550BA16CF6E}" type="presOf" srcId="{592A1F9E-434F-4142-91BA-726A548D8AF4}" destId="{98533B62-17C9-4899-B5EE-5DBEB8F058B6}" srcOrd="0" destOrd="0" presId="urn:microsoft.com/office/officeart/2005/8/layout/process5"/>
    <dgm:cxn modelId="{874D9B86-C8CD-4188-97A6-AB40AF55B1DC}" type="presOf" srcId="{F433EB6F-4DBB-4867-BB26-C3C6EA9A360C}" destId="{C196F35C-B47C-4D61-A226-B6ABF77C178B}" srcOrd="0" destOrd="0" presId="urn:microsoft.com/office/officeart/2005/8/layout/process5"/>
    <dgm:cxn modelId="{92D8778E-BC08-428C-A287-BFF3579773A7}" type="presOf" srcId="{CF0B5D13-8813-4BA2-97CA-449BCB07D6E2}" destId="{7BD84961-80A7-48CE-8C44-B0F832C1AD23}" srcOrd="0" destOrd="0" presId="urn:microsoft.com/office/officeart/2005/8/layout/process5"/>
    <dgm:cxn modelId="{A4CEAB90-77EF-4883-BD99-01FC3686B820}" type="presOf" srcId="{8EA52D2B-E61B-4B47-A7BD-3DDD63560C9F}" destId="{788FA663-7190-4CF3-9965-234111121043}" srcOrd="0" destOrd="0" presId="urn:microsoft.com/office/officeart/2005/8/layout/process5"/>
    <dgm:cxn modelId="{03C41492-D519-4807-8DE8-A378140E2436}" type="presOf" srcId="{C1FBB744-1495-42CC-90DC-9637C524ADCC}" destId="{3F859727-D100-4DAE-9107-487C49E27A8A}" srcOrd="0" destOrd="0" presId="urn:microsoft.com/office/officeart/2005/8/layout/process5"/>
    <dgm:cxn modelId="{93B93D92-504E-493D-B455-7C4187925CF0}" type="presOf" srcId="{05F62E6B-2F6F-44AD-968B-75BB9398E71A}" destId="{642E0FBE-2323-487F-B14E-F9118D71241C}" srcOrd="0" destOrd="0" presId="urn:microsoft.com/office/officeart/2005/8/layout/process5"/>
    <dgm:cxn modelId="{194A5F95-B136-4438-B15B-F13C5596317D}" type="presOf" srcId="{FEC87A66-7C56-46C8-90A7-C04F80FC5176}" destId="{562BECBA-2812-4B3A-A811-EF23D03D4EE0}" srcOrd="0" destOrd="0" presId="urn:microsoft.com/office/officeart/2005/8/layout/process5"/>
    <dgm:cxn modelId="{A1BEBB97-7BA9-4069-B771-A932A4DA512B}" type="presOf" srcId="{592A1F9E-434F-4142-91BA-726A548D8AF4}" destId="{6AC1941A-9BEF-4597-9EF3-AB5BD61977FB}" srcOrd="1" destOrd="0" presId="urn:microsoft.com/office/officeart/2005/8/layout/process5"/>
    <dgm:cxn modelId="{E6ACEDA9-84BD-4121-BAEE-915D33E1725B}" type="presOf" srcId="{D7F200FC-0592-4087-A72D-A3FD4D91E7BF}" destId="{4DC754BB-5A79-48D3-A48C-E7344BE7B72D}" srcOrd="1" destOrd="0" presId="urn:microsoft.com/office/officeart/2005/8/layout/process5"/>
    <dgm:cxn modelId="{18EE51AB-3813-4105-B865-0E76F3E13BB1}" type="presOf" srcId="{7B242646-EF6E-435C-9A08-5CEE989D2665}" destId="{AEF0987F-EA8F-4B89-8FCB-F15BE6F5CB0D}" srcOrd="0" destOrd="0" presId="urn:microsoft.com/office/officeart/2005/8/layout/process5"/>
    <dgm:cxn modelId="{187D55AC-EF4B-4984-9F01-47CC4DDFADA2}" type="presOf" srcId="{5DF8C2C3-C6AB-46E1-B77B-278EBF8C1195}" destId="{EC9FC6FF-1554-42B7-A719-73FFB7453B6C}" srcOrd="1" destOrd="0" presId="urn:microsoft.com/office/officeart/2005/8/layout/process5"/>
    <dgm:cxn modelId="{07909AB3-8AD5-45A4-BE81-109A7369A3C3}" srcId="{33A3F66F-94D3-41E5-B489-C61B04F3072C}" destId="{F4B5CC65-40D2-4569-B9E8-7D927760B377}" srcOrd="0" destOrd="0" parTransId="{1E864B6C-89F6-4DD5-AC9F-AAC50F3ED6D7}" sibTransId="{57854E9A-99B2-4B43-B5AA-0C69AA1AA767}"/>
    <dgm:cxn modelId="{1D53C1B3-2DF7-447C-8991-74F8E09AAE2A}" srcId="{33A3F66F-94D3-41E5-B489-C61B04F3072C}" destId="{05F62E6B-2F6F-44AD-968B-75BB9398E71A}" srcOrd="7" destOrd="0" parTransId="{04D6C202-6CFF-4FA9-BBA5-EB213D3172ED}" sibTransId="{C1FBB744-1495-42CC-90DC-9637C524ADCC}"/>
    <dgm:cxn modelId="{3257CDB4-FF42-4B0C-ACA2-75AA53243A45}" type="presOf" srcId="{C877B99D-E883-406E-98B3-662ADBB75717}" destId="{C0960F74-FABB-49CF-AA09-1E64DBC2D642}" srcOrd="0" destOrd="0" presId="urn:microsoft.com/office/officeart/2005/8/layout/process5"/>
    <dgm:cxn modelId="{2263F2B4-CF39-4039-9054-913F20DE34BC}" type="presOf" srcId="{C877B99D-E883-406E-98B3-662ADBB75717}" destId="{EE91C736-CE4F-42E8-89DE-266F9C4E9454}" srcOrd="1" destOrd="0" presId="urn:microsoft.com/office/officeart/2005/8/layout/process5"/>
    <dgm:cxn modelId="{B0D2CCB5-1DC7-4F9D-BED6-77A92BC8959A}" type="presOf" srcId="{A6A347AD-EDA5-4CD8-9747-5292FE6C9939}" destId="{CB20113F-36D0-43DD-8D76-FA4AB88AB3DE}" srcOrd="0" destOrd="0" presId="urn:microsoft.com/office/officeart/2005/8/layout/process5"/>
    <dgm:cxn modelId="{76A07EB8-A85A-4045-92FD-9BC6C209ECB8}" srcId="{33A3F66F-94D3-41E5-B489-C61B04F3072C}" destId="{2B2900B9-615E-49C1-A2AB-7A560BFCC884}" srcOrd="6" destOrd="0" parTransId="{98FC5847-72E3-4798-8267-710880E06A95}" sibTransId="{30B328BF-1F1B-4563-BF8A-20892B8246FA}"/>
    <dgm:cxn modelId="{EFE57CC4-2D75-4AF4-840A-F5FFC973FD04}" type="presOf" srcId="{4E60F401-B425-4335-BAFC-373BA30E074A}" destId="{8B3F47D2-FA1F-4A2E-A92E-EFFD5BF5A2D7}" srcOrd="1" destOrd="0" presId="urn:microsoft.com/office/officeart/2005/8/layout/process5"/>
    <dgm:cxn modelId="{D6A2FCC7-1DF2-44E5-8140-2F2A229E4C1A}" type="presOf" srcId="{33A3F66F-94D3-41E5-B489-C61B04F3072C}" destId="{464923BD-68D2-4C02-8005-646D7DC2BDDE}" srcOrd="0" destOrd="0" presId="urn:microsoft.com/office/officeart/2005/8/layout/process5"/>
    <dgm:cxn modelId="{AE1E82CE-6D00-495B-BFC1-B5C02C10117E}" type="presOf" srcId="{C1FBB744-1495-42CC-90DC-9637C524ADCC}" destId="{545C6685-8436-441A-8C3E-289C8AF24465}" srcOrd="1" destOrd="0" presId="urn:microsoft.com/office/officeart/2005/8/layout/process5"/>
    <dgm:cxn modelId="{8C1DF5D5-2EB8-4ADE-B7B0-011CB37CC9D2}" type="presOf" srcId="{30B328BF-1F1B-4563-BF8A-20892B8246FA}" destId="{6AD0FB57-8A02-4B43-BCC8-41C66085E715}" srcOrd="0" destOrd="0" presId="urn:microsoft.com/office/officeart/2005/8/layout/process5"/>
    <dgm:cxn modelId="{668865DA-A893-404F-8D35-2F6492721EB2}" type="presOf" srcId="{D7F200FC-0592-4087-A72D-A3FD4D91E7BF}" destId="{339A6190-3DEF-4BBC-A4B1-C68B133AA2DB}" srcOrd="0" destOrd="0" presId="urn:microsoft.com/office/officeart/2005/8/layout/process5"/>
    <dgm:cxn modelId="{7CB20DDC-6C41-430B-B571-58E85E583ED3}" type="presOf" srcId="{64447BEC-64E6-4CAF-A6ED-B082CAC84CD5}" destId="{FB583041-EFFC-42A3-A364-5457510EEFAC}" srcOrd="0" destOrd="0" presId="urn:microsoft.com/office/officeart/2005/8/layout/process5"/>
    <dgm:cxn modelId="{6E3500E0-CDEF-4C8B-90D7-96F7610C8C3D}" type="presOf" srcId="{F4B5CC65-40D2-4569-B9E8-7D927760B377}" destId="{EF25E448-8188-4980-B693-7314222CAD00}" srcOrd="0" destOrd="0" presId="urn:microsoft.com/office/officeart/2005/8/layout/process5"/>
    <dgm:cxn modelId="{AB3DB7E3-B4B8-4F6C-9200-B22E1E1FE5BC}" srcId="{33A3F66F-94D3-41E5-B489-C61B04F3072C}" destId="{957CED30-94BC-430D-81A7-54113829A94A}" srcOrd="3" destOrd="0" parTransId="{1DDA484C-A8D5-48C0-94F3-E6D45CAC2EE8}" sibTransId="{5DF8C2C3-C6AB-46E1-B77B-278EBF8C1195}"/>
    <dgm:cxn modelId="{7AE82EE8-4F48-4EA0-ADA2-D7CC46CF6836}" srcId="{33A3F66F-94D3-41E5-B489-C61B04F3072C}" destId="{A6A347AD-EDA5-4CD8-9747-5292FE6C9939}" srcOrd="11" destOrd="0" parTransId="{CCAC6B64-0213-451D-9DD8-C204EFAB1370}" sibTransId="{8FA0F08E-EA79-4422-A5FE-71395D21E76C}"/>
    <dgm:cxn modelId="{D5FADAE8-690F-4CCC-AAA8-04D4D95D28C8}" type="presOf" srcId="{2B2900B9-615E-49C1-A2AB-7A560BFCC884}" destId="{34576435-7EFB-4829-8906-2E5A7064B8DF}" srcOrd="0" destOrd="0" presId="urn:microsoft.com/office/officeart/2005/8/layout/process5"/>
    <dgm:cxn modelId="{CE6CCCEE-7278-4E9D-978E-E044D9A3FAEC}" type="presOf" srcId="{30B328BF-1F1B-4563-BF8A-20892B8246FA}" destId="{6DE178CF-8407-4F68-A1D6-08D50FB98DE6}" srcOrd="1" destOrd="0" presId="urn:microsoft.com/office/officeart/2005/8/layout/process5"/>
    <dgm:cxn modelId="{627A7BF6-697C-4D50-9976-D8A8F891CFF0}" srcId="{33A3F66F-94D3-41E5-B489-C61B04F3072C}" destId="{FEC87A66-7C56-46C8-90A7-C04F80FC5176}" srcOrd="8" destOrd="0" parTransId="{5BAE5F21-682F-4A8B-BCBE-551F8F34288F}" sibTransId="{C877B99D-E883-406E-98B3-662ADBB75717}"/>
    <dgm:cxn modelId="{AF433CF9-1D5D-4903-9D10-DD74183A4CFF}" srcId="{33A3F66F-94D3-41E5-B489-C61B04F3072C}" destId="{CF0B5D13-8813-4BA2-97CA-449BCB07D6E2}" srcOrd="2" destOrd="0" parTransId="{EB65192F-2B34-4963-B5A2-2B4B4367DBCB}" sibTransId="{66757F62-D082-43C5-925C-1796C0B2D041}"/>
    <dgm:cxn modelId="{967CB269-A348-40EE-87CE-27EFBBF6F44F}" type="presParOf" srcId="{464923BD-68D2-4C02-8005-646D7DC2BDDE}" destId="{EF25E448-8188-4980-B693-7314222CAD00}" srcOrd="0" destOrd="0" presId="urn:microsoft.com/office/officeart/2005/8/layout/process5"/>
    <dgm:cxn modelId="{C02D6856-4C5B-4C51-8BFC-721FCCDB102B}" type="presParOf" srcId="{464923BD-68D2-4C02-8005-646D7DC2BDDE}" destId="{F95A1BF3-83C1-4FA1-8F19-76BCCBE13215}" srcOrd="1" destOrd="0" presId="urn:microsoft.com/office/officeart/2005/8/layout/process5"/>
    <dgm:cxn modelId="{CF086DE1-F227-4080-8445-1624E268ADD8}" type="presParOf" srcId="{F95A1BF3-83C1-4FA1-8F19-76BCCBE13215}" destId="{D58644B5-08A8-44AA-B6C0-C3F1C0086F2E}" srcOrd="0" destOrd="0" presId="urn:microsoft.com/office/officeart/2005/8/layout/process5"/>
    <dgm:cxn modelId="{A29C85FA-6F9D-492F-A948-A69CD2B15001}" type="presParOf" srcId="{464923BD-68D2-4C02-8005-646D7DC2BDDE}" destId="{2CA4A895-E49C-4AE7-AF30-7B6A18FB6FF7}" srcOrd="2" destOrd="0" presId="urn:microsoft.com/office/officeart/2005/8/layout/process5"/>
    <dgm:cxn modelId="{32D64C9A-4983-48E2-A7A6-00167AAE3A16}" type="presParOf" srcId="{464923BD-68D2-4C02-8005-646D7DC2BDDE}" destId="{98533B62-17C9-4899-B5EE-5DBEB8F058B6}" srcOrd="3" destOrd="0" presId="urn:microsoft.com/office/officeart/2005/8/layout/process5"/>
    <dgm:cxn modelId="{CD611E38-A0BF-4CDA-AF82-3363C16875D2}" type="presParOf" srcId="{98533B62-17C9-4899-B5EE-5DBEB8F058B6}" destId="{6AC1941A-9BEF-4597-9EF3-AB5BD61977FB}" srcOrd="0" destOrd="0" presId="urn:microsoft.com/office/officeart/2005/8/layout/process5"/>
    <dgm:cxn modelId="{E51C5E68-9273-4915-9885-E8F3147BF8DA}" type="presParOf" srcId="{464923BD-68D2-4C02-8005-646D7DC2BDDE}" destId="{7BD84961-80A7-48CE-8C44-B0F832C1AD23}" srcOrd="4" destOrd="0" presId="urn:microsoft.com/office/officeart/2005/8/layout/process5"/>
    <dgm:cxn modelId="{880AC56A-B9EE-4107-BD96-41481EAEAF36}" type="presParOf" srcId="{464923BD-68D2-4C02-8005-646D7DC2BDDE}" destId="{728044EF-D9C6-4078-8DD0-891FA2C86A68}" srcOrd="5" destOrd="0" presId="urn:microsoft.com/office/officeart/2005/8/layout/process5"/>
    <dgm:cxn modelId="{F21F21F4-B864-4255-B4EC-9AFBB3A0EE9F}" type="presParOf" srcId="{728044EF-D9C6-4078-8DD0-891FA2C86A68}" destId="{B9024618-C4BD-40F4-A943-AC182285AAE3}" srcOrd="0" destOrd="0" presId="urn:microsoft.com/office/officeart/2005/8/layout/process5"/>
    <dgm:cxn modelId="{0340816A-C14D-4EAD-A63A-96925B2999A8}" type="presParOf" srcId="{464923BD-68D2-4C02-8005-646D7DC2BDDE}" destId="{61DFA911-3516-4969-8CCA-5A5234C8D417}" srcOrd="6" destOrd="0" presId="urn:microsoft.com/office/officeart/2005/8/layout/process5"/>
    <dgm:cxn modelId="{D01C3AD2-948D-44F7-B08D-B2F78E5FEE58}" type="presParOf" srcId="{464923BD-68D2-4C02-8005-646D7DC2BDDE}" destId="{13237F2D-CF0F-465F-B91A-60CEEB13896B}" srcOrd="7" destOrd="0" presId="urn:microsoft.com/office/officeart/2005/8/layout/process5"/>
    <dgm:cxn modelId="{8EE5D813-129F-459D-87F5-693F6523C05D}" type="presParOf" srcId="{13237F2D-CF0F-465F-B91A-60CEEB13896B}" destId="{EC9FC6FF-1554-42B7-A719-73FFB7453B6C}" srcOrd="0" destOrd="0" presId="urn:microsoft.com/office/officeart/2005/8/layout/process5"/>
    <dgm:cxn modelId="{5AB1084C-11D7-4E65-8A84-F9F2123E2EA7}" type="presParOf" srcId="{464923BD-68D2-4C02-8005-646D7DC2BDDE}" destId="{FB583041-EFFC-42A3-A364-5457510EEFAC}" srcOrd="8" destOrd="0" presId="urn:microsoft.com/office/officeart/2005/8/layout/process5"/>
    <dgm:cxn modelId="{565F0732-A3A8-41DC-9DB4-FC64B2AAA4F9}" type="presParOf" srcId="{464923BD-68D2-4C02-8005-646D7DC2BDDE}" destId="{CE6EA365-D08B-4B25-8613-AD2F9FEA7F07}" srcOrd="9" destOrd="0" presId="urn:microsoft.com/office/officeart/2005/8/layout/process5"/>
    <dgm:cxn modelId="{D26F49E7-ACF8-4051-8CE7-5D65F72269AD}" type="presParOf" srcId="{CE6EA365-D08B-4B25-8613-AD2F9FEA7F07}" destId="{8B3F47D2-FA1F-4A2E-A92E-EFFD5BF5A2D7}" srcOrd="0" destOrd="0" presId="urn:microsoft.com/office/officeart/2005/8/layout/process5"/>
    <dgm:cxn modelId="{E4E3DC2E-5AE1-4EA7-B581-354FD3825D06}" type="presParOf" srcId="{464923BD-68D2-4C02-8005-646D7DC2BDDE}" destId="{788FA663-7190-4CF3-9965-234111121043}" srcOrd="10" destOrd="0" presId="urn:microsoft.com/office/officeart/2005/8/layout/process5"/>
    <dgm:cxn modelId="{EE797906-B5F8-4699-A81F-F8501A70755D}" type="presParOf" srcId="{464923BD-68D2-4C02-8005-646D7DC2BDDE}" destId="{339A6190-3DEF-4BBC-A4B1-C68B133AA2DB}" srcOrd="11" destOrd="0" presId="urn:microsoft.com/office/officeart/2005/8/layout/process5"/>
    <dgm:cxn modelId="{81F867FD-0C48-4ABC-AE80-61F700F5E0DD}" type="presParOf" srcId="{339A6190-3DEF-4BBC-A4B1-C68B133AA2DB}" destId="{4DC754BB-5A79-48D3-A48C-E7344BE7B72D}" srcOrd="0" destOrd="0" presId="urn:microsoft.com/office/officeart/2005/8/layout/process5"/>
    <dgm:cxn modelId="{D6AE5935-4163-4405-8927-679680557241}" type="presParOf" srcId="{464923BD-68D2-4C02-8005-646D7DC2BDDE}" destId="{34576435-7EFB-4829-8906-2E5A7064B8DF}" srcOrd="12" destOrd="0" presId="urn:microsoft.com/office/officeart/2005/8/layout/process5"/>
    <dgm:cxn modelId="{5A3116FE-C0C5-4B9A-9EA4-3EBB71A5B538}" type="presParOf" srcId="{464923BD-68D2-4C02-8005-646D7DC2BDDE}" destId="{6AD0FB57-8A02-4B43-BCC8-41C66085E715}" srcOrd="13" destOrd="0" presId="urn:microsoft.com/office/officeart/2005/8/layout/process5"/>
    <dgm:cxn modelId="{816B958C-E0D6-4586-BA79-D0644F7388CC}" type="presParOf" srcId="{6AD0FB57-8A02-4B43-BCC8-41C66085E715}" destId="{6DE178CF-8407-4F68-A1D6-08D50FB98DE6}" srcOrd="0" destOrd="0" presId="urn:microsoft.com/office/officeart/2005/8/layout/process5"/>
    <dgm:cxn modelId="{2A12A813-4168-4931-A465-898FD8F89401}" type="presParOf" srcId="{464923BD-68D2-4C02-8005-646D7DC2BDDE}" destId="{642E0FBE-2323-487F-B14E-F9118D71241C}" srcOrd="14" destOrd="0" presId="urn:microsoft.com/office/officeart/2005/8/layout/process5"/>
    <dgm:cxn modelId="{8DE87038-C512-41FE-A4A0-45DBDA5DDA71}" type="presParOf" srcId="{464923BD-68D2-4C02-8005-646D7DC2BDDE}" destId="{3F859727-D100-4DAE-9107-487C49E27A8A}" srcOrd="15" destOrd="0" presId="urn:microsoft.com/office/officeart/2005/8/layout/process5"/>
    <dgm:cxn modelId="{E020C0A0-B683-4BC9-87BD-B18B45AFD5DF}" type="presParOf" srcId="{3F859727-D100-4DAE-9107-487C49E27A8A}" destId="{545C6685-8436-441A-8C3E-289C8AF24465}" srcOrd="0" destOrd="0" presId="urn:microsoft.com/office/officeart/2005/8/layout/process5"/>
    <dgm:cxn modelId="{B30CC8E0-3E3D-47B5-9A1E-8E66D2466750}" type="presParOf" srcId="{464923BD-68D2-4C02-8005-646D7DC2BDDE}" destId="{562BECBA-2812-4B3A-A811-EF23D03D4EE0}" srcOrd="16" destOrd="0" presId="urn:microsoft.com/office/officeart/2005/8/layout/process5"/>
    <dgm:cxn modelId="{F893CB66-CDAC-4CC6-8071-634C5222D45F}" type="presParOf" srcId="{464923BD-68D2-4C02-8005-646D7DC2BDDE}" destId="{C0960F74-FABB-49CF-AA09-1E64DBC2D642}" srcOrd="17" destOrd="0" presId="urn:microsoft.com/office/officeart/2005/8/layout/process5"/>
    <dgm:cxn modelId="{6FEE4D94-63AC-4C12-BFCC-9DC8756B9C29}" type="presParOf" srcId="{C0960F74-FABB-49CF-AA09-1E64DBC2D642}" destId="{EE91C736-CE4F-42E8-89DE-266F9C4E9454}" srcOrd="0" destOrd="0" presId="urn:microsoft.com/office/officeart/2005/8/layout/process5"/>
    <dgm:cxn modelId="{7121F1D1-C9BE-4526-98C2-9CA206ECD3DE}" type="presParOf" srcId="{464923BD-68D2-4C02-8005-646D7DC2BDDE}" destId="{F051E5EE-CB1D-40AA-B988-AEE5B84F624C}" srcOrd="18" destOrd="0" presId="urn:microsoft.com/office/officeart/2005/8/layout/process5"/>
    <dgm:cxn modelId="{7EF8B3D7-79A3-43B7-930A-716B70E30868}" type="presParOf" srcId="{464923BD-68D2-4C02-8005-646D7DC2BDDE}" destId="{2D635B29-D02E-47DE-BBD1-84022D0CE067}" srcOrd="19" destOrd="0" presId="urn:microsoft.com/office/officeart/2005/8/layout/process5"/>
    <dgm:cxn modelId="{D4E15520-20FB-4710-890A-9E43CBFBFE78}" type="presParOf" srcId="{2D635B29-D02E-47DE-BBD1-84022D0CE067}" destId="{35DC3188-612F-44DA-B9C9-24F421F178EC}" srcOrd="0" destOrd="0" presId="urn:microsoft.com/office/officeart/2005/8/layout/process5"/>
    <dgm:cxn modelId="{C9751B64-8B00-4299-B2FC-0DDB590C3882}" type="presParOf" srcId="{464923BD-68D2-4C02-8005-646D7DC2BDDE}" destId="{AEF0987F-EA8F-4B89-8FCB-F15BE6F5CB0D}" srcOrd="20" destOrd="0" presId="urn:microsoft.com/office/officeart/2005/8/layout/process5"/>
    <dgm:cxn modelId="{628E3A3F-C7BC-4525-94A5-7A92FC217A9C}" type="presParOf" srcId="{464923BD-68D2-4C02-8005-646D7DC2BDDE}" destId="{C196F35C-B47C-4D61-A226-B6ABF77C178B}" srcOrd="21" destOrd="0" presId="urn:microsoft.com/office/officeart/2005/8/layout/process5"/>
    <dgm:cxn modelId="{DF07D2B9-816E-475B-8386-1801894AFEE6}" type="presParOf" srcId="{C196F35C-B47C-4D61-A226-B6ABF77C178B}" destId="{35DD9E89-7F4E-43A3-A2CA-4C675BAB8287}" srcOrd="0" destOrd="0" presId="urn:microsoft.com/office/officeart/2005/8/layout/process5"/>
    <dgm:cxn modelId="{985D9002-5251-43C8-AF22-FA973926660E}" type="presParOf" srcId="{464923BD-68D2-4C02-8005-646D7DC2BDDE}" destId="{CB20113F-36D0-43DD-8D76-FA4AB88AB3DE}" srcOrd="22"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6205960-1F74-4F0C-AD63-93461E0439C8}" type="doc">
      <dgm:prSet loTypeId="urn:microsoft.com/office/officeart/2016/7/layout/RepeatingBendingProcessNew" loCatId="process" qsTypeId="urn:microsoft.com/office/officeart/2005/8/quickstyle/simple4" qsCatId="simple" csTypeId="urn:microsoft.com/office/officeart/2005/8/colors/colorful5" csCatId="colorful" phldr="1"/>
      <dgm:spPr/>
      <dgm:t>
        <a:bodyPr/>
        <a:lstStyle/>
        <a:p>
          <a:endParaRPr lang="en-US"/>
        </a:p>
      </dgm:t>
    </dgm:pt>
    <dgm:pt modelId="{95CE6722-C692-4506-B9D1-BC964939E342}">
      <dgm:prSet/>
      <dgm:spPr/>
      <dgm:t>
        <a:bodyPr/>
        <a:lstStyle/>
        <a:p>
          <a:r>
            <a:rPr lang="en-US" b="1">
              <a:latin typeface="Times New Roman" panose="02020603050405020304" pitchFamily="18" charset="0"/>
              <a:cs typeface="Times New Roman" panose="02020603050405020304" pitchFamily="18" charset="0"/>
            </a:rPr>
            <a:t>4. Plan for Incident Response and Disaster Recovery</a:t>
          </a:r>
          <a:endParaRPr lang="en-US">
            <a:latin typeface="Times New Roman" panose="02020603050405020304" pitchFamily="18" charset="0"/>
            <a:cs typeface="Times New Roman" panose="02020603050405020304" pitchFamily="18" charset="0"/>
          </a:endParaRPr>
        </a:p>
      </dgm:t>
    </dgm:pt>
    <dgm:pt modelId="{CC469B22-AF54-4EDA-AE25-AA64D1CFB381}" type="parTrans" cxnId="{69F25A33-D0A2-4CEE-BF00-931EFBB5A85B}">
      <dgm:prSet/>
      <dgm:spPr/>
      <dgm:t>
        <a:bodyPr/>
        <a:lstStyle/>
        <a:p>
          <a:endParaRPr lang="en-US"/>
        </a:p>
      </dgm:t>
    </dgm:pt>
    <dgm:pt modelId="{A758CAC4-550F-4D4A-B1EA-030F19B39747}" type="sibTrans" cxnId="{69F25A33-D0A2-4CEE-BF00-931EFBB5A85B}">
      <dgm:prSet/>
      <dgm:spPr/>
      <dgm:t>
        <a:bodyPr/>
        <a:lstStyle/>
        <a:p>
          <a:endParaRPr lang="en-US"/>
        </a:p>
      </dgm:t>
    </dgm:pt>
    <dgm:pt modelId="{D3F16BCF-D9CA-4B22-A002-9E70EE4114AC}">
      <dgm:prSet/>
      <dgm:spPr/>
      <dgm:t>
        <a:bodyPr/>
        <a:lstStyle/>
        <a:p>
          <a:r>
            <a:rPr lang="en-US"/>
            <a:t>Reducing the operational impact of future breaches requires a thorough incident response (IR) strategy and disaster recovery plan (DRP).</a:t>
          </a:r>
        </a:p>
      </dgm:t>
    </dgm:pt>
    <dgm:pt modelId="{26C5D83F-787F-4C3A-8FCA-F5661D6B8E01}" type="parTrans" cxnId="{81E1D686-CD45-416C-82DF-D5D7D25EC4E1}">
      <dgm:prSet/>
      <dgm:spPr/>
      <dgm:t>
        <a:bodyPr/>
        <a:lstStyle/>
        <a:p>
          <a:endParaRPr lang="en-US"/>
        </a:p>
      </dgm:t>
    </dgm:pt>
    <dgm:pt modelId="{E648B223-673A-4ECA-B26B-3405C9883FF7}" type="sibTrans" cxnId="{81E1D686-CD45-416C-82DF-D5D7D25EC4E1}">
      <dgm:prSet/>
      <dgm:spPr/>
      <dgm:t>
        <a:bodyPr/>
        <a:lstStyle/>
        <a:p>
          <a:endParaRPr lang="en-US"/>
        </a:p>
      </dgm:t>
    </dgm:pt>
    <dgm:pt modelId="{9CEB6DF5-662F-49F0-A952-489CD94F6D11}">
      <dgm:prSet/>
      <dgm:spPr/>
      <dgm:t>
        <a:bodyPr/>
        <a:lstStyle/>
        <a:p>
          <a:r>
            <a:rPr lang="en-US"/>
            <a:t>Estimates of costs:</a:t>
          </a:r>
        </a:p>
      </dgm:t>
    </dgm:pt>
    <dgm:pt modelId="{98044ED9-59B3-476A-8DCE-9AA2B7FA1947}" type="parTrans" cxnId="{EA52D731-D906-4407-8F1D-6E0A4A18AF08}">
      <dgm:prSet/>
      <dgm:spPr/>
      <dgm:t>
        <a:bodyPr/>
        <a:lstStyle/>
        <a:p>
          <a:endParaRPr lang="en-US"/>
        </a:p>
      </dgm:t>
    </dgm:pt>
    <dgm:pt modelId="{C71FAC0C-E77A-4BFB-9306-DDAAFDF9916F}" type="sibTrans" cxnId="{EA52D731-D906-4407-8F1D-6E0A4A18AF08}">
      <dgm:prSet/>
      <dgm:spPr/>
      <dgm:t>
        <a:bodyPr/>
        <a:lstStyle/>
        <a:p>
          <a:endParaRPr lang="en-US"/>
        </a:p>
      </dgm:t>
    </dgm:pt>
    <dgm:pt modelId="{B72D81F3-E2CA-4983-AC3E-F0D473D81E7E}">
      <dgm:prSet/>
      <dgm:spPr/>
      <dgm:t>
        <a:bodyPr/>
        <a:lstStyle/>
        <a:p>
          <a:r>
            <a:rPr lang="en-US"/>
            <a:t>Backup Systems: $200,000 per year</a:t>
          </a:r>
        </a:p>
      </dgm:t>
    </dgm:pt>
    <dgm:pt modelId="{194345F9-A795-40E3-9471-9EE276F0DD26}" type="parTrans" cxnId="{0773080D-6F0B-4C2F-B239-1B4FC9A7CA37}">
      <dgm:prSet/>
      <dgm:spPr/>
      <dgm:t>
        <a:bodyPr/>
        <a:lstStyle/>
        <a:p>
          <a:endParaRPr lang="en-US"/>
        </a:p>
      </dgm:t>
    </dgm:pt>
    <dgm:pt modelId="{8B29EB63-696A-4EA4-8DFE-A4704AA3C806}" type="sibTrans" cxnId="{0773080D-6F0B-4C2F-B239-1B4FC9A7CA37}">
      <dgm:prSet/>
      <dgm:spPr/>
      <dgm:t>
        <a:bodyPr/>
        <a:lstStyle/>
        <a:p>
          <a:endParaRPr lang="en-US"/>
        </a:p>
      </dgm:t>
    </dgm:pt>
    <dgm:pt modelId="{F56DE11B-9089-493E-9160-569D75233121}">
      <dgm:prSet/>
      <dgm:spPr/>
      <dgm:t>
        <a:bodyPr/>
        <a:lstStyle/>
        <a:p>
          <a:r>
            <a:rPr lang="en-US"/>
            <a:t>Testing for incident response: $100,000 per year</a:t>
          </a:r>
        </a:p>
      </dgm:t>
    </dgm:pt>
    <dgm:pt modelId="{D4AB4078-3BCE-4E98-B3B6-3BE38B90A843}" type="parTrans" cxnId="{D6A4A0F8-A599-43D0-99CE-BB261959015E}">
      <dgm:prSet/>
      <dgm:spPr/>
      <dgm:t>
        <a:bodyPr/>
        <a:lstStyle/>
        <a:p>
          <a:endParaRPr lang="en-US"/>
        </a:p>
      </dgm:t>
    </dgm:pt>
    <dgm:pt modelId="{081D271F-B819-4128-B981-AD615453EF2C}" type="sibTrans" cxnId="{D6A4A0F8-A599-43D0-99CE-BB261959015E}">
      <dgm:prSet/>
      <dgm:spPr/>
      <dgm:t>
        <a:bodyPr/>
        <a:lstStyle/>
        <a:p>
          <a:endParaRPr lang="en-US"/>
        </a:p>
      </dgm:t>
    </dgm:pt>
    <dgm:pt modelId="{250F3749-0788-4638-9EA7-4A65F568B885}">
      <dgm:prSet/>
      <dgm:spPr/>
      <dgm:t>
        <a:bodyPr/>
        <a:lstStyle/>
        <a:p>
          <a:r>
            <a:rPr lang="en-US"/>
            <a:t>Software for incident management: $150,000 per year</a:t>
          </a:r>
        </a:p>
      </dgm:t>
    </dgm:pt>
    <dgm:pt modelId="{A3F5AB34-2DC5-40D1-A54B-9E86FF03BA8B}" type="parTrans" cxnId="{9ACA052F-3790-4D5C-84BC-1CDF3749DF23}">
      <dgm:prSet/>
      <dgm:spPr/>
      <dgm:t>
        <a:bodyPr/>
        <a:lstStyle/>
        <a:p>
          <a:endParaRPr lang="en-US"/>
        </a:p>
      </dgm:t>
    </dgm:pt>
    <dgm:pt modelId="{C64B0FB0-3092-4315-BB99-99E9CE353620}" type="sibTrans" cxnId="{9ACA052F-3790-4D5C-84BC-1CDF3749DF23}">
      <dgm:prSet/>
      <dgm:spPr/>
      <dgm:t>
        <a:bodyPr/>
        <a:lstStyle/>
        <a:p>
          <a:endParaRPr lang="en-US"/>
        </a:p>
      </dgm:t>
    </dgm:pt>
    <dgm:pt modelId="{AB787766-99C3-43AD-8FFF-51844906649D}">
      <dgm:prSet/>
      <dgm:spPr/>
      <dgm:t>
        <a:bodyPr/>
        <a:lstStyle/>
        <a:p>
          <a:r>
            <a:rPr lang="en-US"/>
            <a:t>$450,000 is the total annual cost.</a:t>
          </a:r>
        </a:p>
      </dgm:t>
    </dgm:pt>
    <dgm:pt modelId="{588CDA33-1098-4F06-8867-0C5EF571717A}" type="parTrans" cxnId="{47D4A7C7-D11E-44D7-BBF8-972C0E5910F7}">
      <dgm:prSet/>
      <dgm:spPr/>
      <dgm:t>
        <a:bodyPr/>
        <a:lstStyle/>
        <a:p>
          <a:endParaRPr lang="en-US"/>
        </a:p>
      </dgm:t>
    </dgm:pt>
    <dgm:pt modelId="{567F8803-2C39-4FDD-A80B-806B0A1EFA08}" type="sibTrans" cxnId="{47D4A7C7-D11E-44D7-BBF8-972C0E5910F7}">
      <dgm:prSet/>
      <dgm:spPr/>
      <dgm:t>
        <a:bodyPr/>
        <a:lstStyle/>
        <a:p>
          <a:endParaRPr lang="en-US"/>
        </a:p>
      </dgm:t>
    </dgm:pt>
    <dgm:pt modelId="{FFAD7E3D-2783-4AFE-9C4F-A72AAF1C4656}">
      <dgm:prSet/>
      <dgm:spPr/>
      <dgm:t>
        <a:bodyPr/>
        <a:lstStyle/>
        <a:p>
          <a:r>
            <a:rPr lang="en-US" dirty="0"/>
            <a:t>Preventing Downtime: A significant data breach frequently causes several days of outage. A 5-day recovery is anticipated, with an estimated downtime cost of $100,000 each day, for a total of $500,000 in avoided downtime expenses.</a:t>
          </a:r>
        </a:p>
      </dgm:t>
    </dgm:pt>
    <dgm:pt modelId="{CF049DFF-8D43-403C-A877-EBD82901B864}" type="parTrans" cxnId="{8ACFF73A-8C82-475B-BED9-08EBB670ADE0}">
      <dgm:prSet/>
      <dgm:spPr/>
      <dgm:t>
        <a:bodyPr/>
        <a:lstStyle/>
        <a:p>
          <a:endParaRPr lang="en-US"/>
        </a:p>
      </dgm:t>
    </dgm:pt>
    <dgm:pt modelId="{9AA48961-A4F9-4DE9-891D-0735218C2D5E}" type="sibTrans" cxnId="{8ACFF73A-8C82-475B-BED9-08EBB670ADE0}">
      <dgm:prSet/>
      <dgm:spPr/>
      <dgm:t>
        <a:bodyPr/>
        <a:lstStyle/>
        <a:p>
          <a:endParaRPr lang="en-US"/>
        </a:p>
      </dgm:t>
    </dgm:pt>
    <dgm:pt modelId="{E6418D12-5B05-4C55-A50B-62399A8F69CD}">
      <dgm:prSet/>
      <dgm:spPr/>
      <dgm:t>
        <a:bodyPr/>
        <a:lstStyle/>
        <a:p>
          <a:r>
            <a:rPr lang="en-US"/>
            <a:t>Net Savings:</a:t>
          </a:r>
        </a:p>
      </dgm:t>
    </dgm:pt>
    <dgm:pt modelId="{E1CA91AF-537B-4E3C-BC4F-CB31F19D9353}" type="parTrans" cxnId="{FFD73EB5-6FDE-4B00-870D-CD4813A71346}">
      <dgm:prSet/>
      <dgm:spPr/>
      <dgm:t>
        <a:bodyPr/>
        <a:lstStyle/>
        <a:p>
          <a:endParaRPr lang="en-US"/>
        </a:p>
      </dgm:t>
    </dgm:pt>
    <dgm:pt modelId="{006C694B-A0EC-4744-AD05-432EE7EAB1EF}" type="sibTrans" cxnId="{FFD73EB5-6FDE-4B00-870D-CD4813A71346}">
      <dgm:prSet/>
      <dgm:spPr/>
      <dgm:t>
        <a:bodyPr/>
        <a:lstStyle/>
        <a:p>
          <a:endParaRPr lang="en-US"/>
        </a:p>
      </dgm:t>
    </dgm:pt>
    <dgm:pt modelId="{30BE4576-B395-4190-A6FA-BB70F58D5F2E}">
      <dgm:prSet/>
      <dgm:spPr/>
      <dgm:t>
        <a:bodyPr/>
        <a:lstStyle/>
        <a:p>
          <a:r>
            <a:rPr lang="en-US"/>
            <a:t>Net Savings = 500 000 - 450 000 = 50 000</a:t>
          </a:r>
        </a:p>
      </dgm:t>
    </dgm:pt>
    <dgm:pt modelId="{9C753DAC-5A73-40A4-9DA3-1E60116A19DD}" type="parTrans" cxnId="{7704BE8C-EFAD-400A-A4A7-B224F1B6E157}">
      <dgm:prSet/>
      <dgm:spPr/>
      <dgm:t>
        <a:bodyPr/>
        <a:lstStyle/>
        <a:p>
          <a:endParaRPr lang="en-US"/>
        </a:p>
      </dgm:t>
    </dgm:pt>
    <dgm:pt modelId="{94176B31-C7C2-46F0-B09C-678E7F54116C}" type="sibTrans" cxnId="{7704BE8C-EFAD-400A-A4A7-B224F1B6E157}">
      <dgm:prSet/>
      <dgm:spPr/>
      <dgm:t>
        <a:bodyPr/>
        <a:lstStyle/>
        <a:p>
          <a:endParaRPr lang="en-US"/>
        </a:p>
      </dgm:t>
    </dgm:pt>
    <dgm:pt modelId="{2A80AA02-84B2-40A3-A467-2EBDDE3AC9BB}" type="pres">
      <dgm:prSet presAssocID="{36205960-1F74-4F0C-AD63-93461E0439C8}" presName="Name0" presStyleCnt="0">
        <dgm:presLayoutVars>
          <dgm:dir/>
          <dgm:resizeHandles val="exact"/>
        </dgm:presLayoutVars>
      </dgm:prSet>
      <dgm:spPr/>
    </dgm:pt>
    <dgm:pt modelId="{9AD7F938-7B65-4D1C-9FF0-8A1589F88236}" type="pres">
      <dgm:prSet presAssocID="{95CE6722-C692-4506-B9D1-BC964939E342}" presName="node" presStyleLbl="node1" presStyleIdx="0" presStyleCnt="10">
        <dgm:presLayoutVars>
          <dgm:bulletEnabled val="1"/>
        </dgm:presLayoutVars>
      </dgm:prSet>
      <dgm:spPr/>
    </dgm:pt>
    <dgm:pt modelId="{A8C47D94-2264-4EB5-AA94-E4D8AB6AC700}" type="pres">
      <dgm:prSet presAssocID="{A758CAC4-550F-4D4A-B1EA-030F19B39747}" presName="sibTrans" presStyleLbl="sibTrans1D1" presStyleIdx="0" presStyleCnt="9"/>
      <dgm:spPr/>
    </dgm:pt>
    <dgm:pt modelId="{D06FB75B-30E2-4EAF-A891-73FB7D15B814}" type="pres">
      <dgm:prSet presAssocID="{A758CAC4-550F-4D4A-B1EA-030F19B39747}" presName="connectorText" presStyleLbl="sibTrans1D1" presStyleIdx="0" presStyleCnt="9"/>
      <dgm:spPr/>
    </dgm:pt>
    <dgm:pt modelId="{9597EC88-7DD9-4FF5-A8CF-5308121EB6E2}" type="pres">
      <dgm:prSet presAssocID="{D3F16BCF-D9CA-4B22-A002-9E70EE4114AC}" presName="node" presStyleLbl="node1" presStyleIdx="1" presStyleCnt="10">
        <dgm:presLayoutVars>
          <dgm:bulletEnabled val="1"/>
        </dgm:presLayoutVars>
      </dgm:prSet>
      <dgm:spPr/>
    </dgm:pt>
    <dgm:pt modelId="{45B9A1AA-8918-4E21-A949-7B8983EDD9E0}" type="pres">
      <dgm:prSet presAssocID="{E648B223-673A-4ECA-B26B-3405C9883FF7}" presName="sibTrans" presStyleLbl="sibTrans1D1" presStyleIdx="1" presStyleCnt="9"/>
      <dgm:spPr/>
    </dgm:pt>
    <dgm:pt modelId="{DC6E9195-FDE4-4B52-ADBF-527D231BDA48}" type="pres">
      <dgm:prSet presAssocID="{E648B223-673A-4ECA-B26B-3405C9883FF7}" presName="connectorText" presStyleLbl="sibTrans1D1" presStyleIdx="1" presStyleCnt="9"/>
      <dgm:spPr/>
    </dgm:pt>
    <dgm:pt modelId="{93A479FD-6D7F-46C6-8809-784347434AB0}" type="pres">
      <dgm:prSet presAssocID="{9CEB6DF5-662F-49F0-A952-489CD94F6D11}" presName="node" presStyleLbl="node1" presStyleIdx="2" presStyleCnt="10">
        <dgm:presLayoutVars>
          <dgm:bulletEnabled val="1"/>
        </dgm:presLayoutVars>
      </dgm:prSet>
      <dgm:spPr/>
    </dgm:pt>
    <dgm:pt modelId="{90D6217C-0B04-4D69-B3DB-A0919F8D165C}" type="pres">
      <dgm:prSet presAssocID="{C71FAC0C-E77A-4BFB-9306-DDAAFDF9916F}" presName="sibTrans" presStyleLbl="sibTrans1D1" presStyleIdx="2" presStyleCnt="9"/>
      <dgm:spPr/>
    </dgm:pt>
    <dgm:pt modelId="{01C0E623-8DCB-42A3-B39C-3DA429128BBC}" type="pres">
      <dgm:prSet presAssocID="{C71FAC0C-E77A-4BFB-9306-DDAAFDF9916F}" presName="connectorText" presStyleLbl="sibTrans1D1" presStyleIdx="2" presStyleCnt="9"/>
      <dgm:spPr/>
    </dgm:pt>
    <dgm:pt modelId="{8BA1500B-26E0-4D7E-BD22-5088A8984939}" type="pres">
      <dgm:prSet presAssocID="{B72D81F3-E2CA-4983-AC3E-F0D473D81E7E}" presName="node" presStyleLbl="node1" presStyleIdx="3" presStyleCnt="10">
        <dgm:presLayoutVars>
          <dgm:bulletEnabled val="1"/>
        </dgm:presLayoutVars>
      </dgm:prSet>
      <dgm:spPr/>
    </dgm:pt>
    <dgm:pt modelId="{0FF35964-0095-4236-9110-3299863440D5}" type="pres">
      <dgm:prSet presAssocID="{8B29EB63-696A-4EA4-8DFE-A4704AA3C806}" presName="sibTrans" presStyleLbl="sibTrans1D1" presStyleIdx="3" presStyleCnt="9"/>
      <dgm:spPr/>
    </dgm:pt>
    <dgm:pt modelId="{37B6FA38-75B2-4E93-92EA-9C929E87DE4C}" type="pres">
      <dgm:prSet presAssocID="{8B29EB63-696A-4EA4-8DFE-A4704AA3C806}" presName="connectorText" presStyleLbl="sibTrans1D1" presStyleIdx="3" presStyleCnt="9"/>
      <dgm:spPr/>
    </dgm:pt>
    <dgm:pt modelId="{9590F730-2A51-4088-AC5D-07DF8FC493EA}" type="pres">
      <dgm:prSet presAssocID="{F56DE11B-9089-493E-9160-569D75233121}" presName="node" presStyleLbl="node1" presStyleIdx="4" presStyleCnt="10">
        <dgm:presLayoutVars>
          <dgm:bulletEnabled val="1"/>
        </dgm:presLayoutVars>
      </dgm:prSet>
      <dgm:spPr/>
    </dgm:pt>
    <dgm:pt modelId="{A6FC1FF2-BFEE-499D-A2D2-F43BCDBEB247}" type="pres">
      <dgm:prSet presAssocID="{081D271F-B819-4128-B981-AD615453EF2C}" presName="sibTrans" presStyleLbl="sibTrans1D1" presStyleIdx="4" presStyleCnt="9"/>
      <dgm:spPr/>
    </dgm:pt>
    <dgm:pt modelId="{FCAB6C73-2D72-497F-997E-FE5078C73E40}" type="pres">
      <dgm:prSet presAssocID="{081D271F-B819-4128-B981-AD615453EF2C}" presName="connectorText" presStyleLbl="sibTrans1D1" presStyleIdx="4" presStyleCnt="9"/>
      <dgm:spPr/>
    </dgm:pt>
    <dgm:pt modelId="{91DFCBB8-0A62-4E0D-ADD1-8DAAF6BF4732}" type="pres">
      <dgm:prSet presAssocID="{250F3749-0788-4638-9EA7-4A65F568B885}" presName="node" presStyleLbl="node1" presStyleIdx="5" presStyleCnt="10">
        <dgm:presLayoutVars>
          <dgm:bulletEnabled val="1"/>
        </dgm:presLayoutVars>
      </dgm:prSet>
      <dgm:spPr/>
    </dgm:pt>
    <dgm:pt modelId="{08C8B7DB-F072-440E-9CEA-8DD9057E9D74}" type="pres">
      <dgm:prSet presAssocID="{C64B0FB0-3092-4315-BB99-99E9CE353620}" presName="sibTrans" presStyleLbl="sibTrans1D1" presStyleIdx="5" presStyleCnt="9"/>
      <dgm:spPr/>
    </dgm:pt>
    <dgm:pt modelId="{2AADBF3D-2389-40EA-B14C-F3049F5A3964}" type="pres">
      <dgm:prSet presAssocID="{C64B0FB0-3092-4315-BB99-99E9CE353620}" presName="connectorText" presStyleLbl="sibTrans1D1" presStyleIdx="5" presStyleCnt="9"/>
      <dgm:spPr/>
    </dgm:pt>
    <dgm:pt modelId="{4EBE76BA-C0B1-4CC6-A4BF-A4DDF00E3DF8}" type="pres">
      <dgm:prSet presAssocID="{AB787766-99C3-43AD-8FFF-51844906649D}" presName="node" presStyleLbl="node1" presStyleIdx="6" presStyleCnt="10">
        <dgm:presLayoutVars>
          <dgm:bulletEnabled val="1"/>
        </dgm:presLayoutVars>
      </dgm:prSet>
      <dgm:spPr/>
    </dgm:pt>
    <dgm:pt modelId="{9B30FB41-B510-431E-B9B7-D65E6EBABAE2}" type="pres">
      <dgm:prSet presAssocID="{567F8803-2C39-4FDD-A80B-806B0A1EFA08}" presName="sibTrans" presStyleLbl="sibTrans1D1" presStyleIdx="6" presStyleCnt="9"/>
      <dgm:spPr/>
    </dgm:pt>
    <dgm:pt modelId="{E365817D-270E-42E7-B76C-00E25D28E193}" type="pres">
      <dgm:prSet presAssocID="{567F8803-2C39-4FDD-A80B-806B0A1EFA08}" presName="connectorText" presStyleLbl="sibTrans1D1" presStyleIdx="6" presStyleCnt="9"/>
      <dgm:spPr/>
    </dgm:pt>
    <dgm:pt modelId="{A9E65DA3-99B5-4283-AA35-7EF3828D135F}" type="pres">
      <dgm:prSet presAssocID="{FFAD7E3D-2783-4AFE-9C4F-A72AAF1C4656}" presName="node" presStyleLbl="node1" presStyleIdx="7" presStyleCnt="10" custScaleX="163964">
        <dgm:presLayoutVars>
          <dgm:bulletEnabled val="1"/>
        </dgm:presLayoutVars>
      </dgm:prSet>
      <dgm:spPr/>
    </dgm:pt>
    <dgm:pt modelId="{AA63E870-6D1B-4CBE-BC36-628D90D61C69}" type="pres">
      <dgm:prSet presAssocID="{9AA48961-A4F9-4DE9-891D-0735218C2D5E}" presName="sibTrans" presStyleLbl="sibTrans1D1" presStyleIdx="7" presStyleCnt="9"/>
      <dgm:spPr/>
    </dgm:pt>
    <dgm:pt modelId="{D6532546-7D81-46A9-AF81-FD618F677505}" type="pres">
      <dgm:prSet presAssocID="{9AA48961-A4F9-4DE9-891D-0735218C2D5E}" presName="connectorText" presStyleLbl="sibTrans1D1" presStyleIdx="7" presStyleCnt="9"/>
      <dgm:spPr/>
    </dgm:pt>
    <dgm:pt modelId="{355AEED8-0594-4482-9DD7-CE6BD0573E84}" type="pres">
      <dgm:prSet presAssocID="{E6418D12-5B05-4C55-A50B-62399A8F69CD}" presName="node" presStyleLbl="node1" presStyleIdx="8" presStyleCnt="10">
        <dgm:presLayoutVars>
          <dgm:bulletEnabled val="1"/>
        </dgm:presLayoutVars>
      </dgm:prSet>
      <dgm:spPr/>
    </dgm:pt>
    <dgm:pt modelId="{18875C3A-7188-4EB9-B851-FD9F4AE5051E}" type="pres">
      <dgm:prSet presAssocID="{006C694B-A0EC-4744-AD05-432EE7EAB1EF}" presName="sibTrans" presStyleLbl="sibTrans1D1" presStyleIdx="8" presStyleCnt="9"/>
      <dgm:spPr/>
    </dgm:pt>
    <dgm:pt modelId="{A63936A5-88AA-4408-8732-AD2324D404C6}" type="pres">
      <dgm:prSet presAssocID="{006C694B-A0EC-4744-AD05-432EE7EAB1EF}" presName="connectorText" presStyleLbl="sibTrans1D1" presStyleIdx="8" presStyleCnt="9"/>
      <dgm:spPr/>
    </dgm:pt>
    <dgm:pt modelId="{E64DD0C6-C195-446E-98BB-2FB78F6777DF}" type="pres">
      <dgm:prSet presAssocID="{30BE4576-B395-4190-A6FA-BB70F58D5F2E}" presName="node" presStyleLbl="node1" presStyleIdx="9" presStyleCnt="10">
        <dgm:presLayoutVars>
          <dgm:bulletEnabled val="1"/>
        </dgm:presLayoutVars>
      </dgm:prSet>
      <dgm:spPr/>
    </dgm:pt>
  </dgm:ptLst>
  <dgm:cxnLst>
    <dgm:cxn modelId="{0A4C5200-6DF9-4D3E-B15A-21F72AB3DD40}" type="presOf" srcId="{9AA48961-A4F9-4DE9-891D-0735218C2D5E}" destId="{D6532546-7D81-46A9-AF81-FD618F677505}" srcOrd="1" destOrd="0" presId="urn:microsoft.com/office/officeart/2016/7/layout/RepeatingBendingProcessNew"/>
    <dgm:cxn modelId="{66368F03-8FF2-4B20-B8C0-B06D1FCAFDB7}" type="presOf" srcId="{C71FAC0C-E77A-4BFB-9306-DDAAFDF9916F}" destId="{90D6217C-0B04-4D69-B3DB-A0919F8D165C}" srcOrd="0" destOrd="0" presId="urn:microsoft.com/office/officeart/2016/7/layout/RepeatingBendingProcessNew"/>
    <dgm:cxn modelId="{0773080D-6F0B-4C2F-B239-1B4FC9A7CA37}" srcId="{36205960-1F74-4F0C-AD63-93461E0439C8}" destId="{B72D81F3-E2CA-4983-AC3E-F0D473D81E7E}" srcOrd="3" destOrd="0" parTransId="{194345F9-A795-40E3-9471-9EE276F0DD26}" sibTransId="{8B29EB63-696A-4EA4-8DFE-A4704AA3C806}"/>
    <dgm:cxn modelId="{4FB69B12-5C74-4B65-B0C3-4D2361EB5E2B}" type="presOf" srcId="{8B29EB63-696A-4EA4-8DFE-A4704AA3C806}" destId="{37B6FA38-75B2-4E93-92EA-9C929E87DE4C}" srcOrd="1" destOrd="0" presId="urn:microsoft.com/office/officeart/2016/7/layout/RepeatingBendingProcessNew"/>
    <dgm:cxn modelId="{CED5C215-E950-440B-9BAF-325C7C6BD3DE}" type="presOf" srcId="{F56DE11B-9089-493E-9160-569D75233121}" destId="{9590F730-2A51-4088-AC5D-07DF8FC493EA}" srcOrd="0" destOrd="0" presId="urn:microsoft.com/office/officeart/2016/7/layout/RepeatingBendingProcessNew"/>
    <dgm:cxn modelId="{75B3E415-B992-487B-A526-5CE79625B20D}" type="presOf" srcId="{AB787766-99C3-43AD-8FFF-51844906649D}" destId="{4EBE76BA-C0B1-4CC6-A4BF-A4DDF00E3DF8}" srcOrd="0" destOrd="0" presId="urn:microsoft.com/office/officeart/2016/7/layout/RepeatingBendingProcessNew"/>
    <dgm:cxn modelId="{DBD99428-AF3A-4090-8A67-DF4F1C5F6BCD}" type="presOf" srcId="{9CEB6DF5-662F-49F0-A952-489CD94F6D11}" destId="{93A479FD-6D7F-46C6-8809-784347434AB0}" srcOrd="0" destOrd="0" presId="urn:microsoft.com/office/officeart/2016/7/layout/RepeatingBendingProcessNew"/>
    <dgm:cxn modelId="{51055F2A-8231-4B1B-94C4-6B41DE8DB184}" type="presOf" srcId="{E648B223-673A-4ECA-B26B-3405C9883FF7}" destId="{DC6E9195-FDE4-4B52-ADBF-527D231BDA48}" srcOrd="1" destOrd="0" presId="urn:microsoft.com/office/officeart/2016/7/layout/RepeatingBendingProcessNew"/>
    <dgm:cxn modelId="{9ACA052F-3790-4D5C-84BC-1CDF3749DF23}" srcId="{36205960-1F74-4F0C-AD63-93461E0439C8}" destId="{250F3749-0788-4638-9EA7-4A65F568B885}" srcOrd="5" destOrd="0" parTransId="{A3F5AB34-2DC5-40D1-A54B-9E86FF03BA8B}" sibTransId="{C64B0FB0-3092-4315-BB99-99E9CE353620}"/>
    <dgm:cxn modelId="{B185C031-B440-4B21-A383-48FFFD160954}" type="presOf" srcId="{567F8803-2C39-4FDD-A80B-806B0A1EFA08}" destId="{9B30FB41-B510-431E-B9B7-D65E6EBABAE2}" srcOrd="0" destOrd="0" presId="urn:microsoft.com/office/officeart/2016/7/layout/RepeatingBendingProcessNew"/>
    <dgm:cxn modelId="{EA52D731-D906-4407-8F1D-6E0A4A18AF08}" srcId="{36205960-1F74-4F0C-AD63-93461E0439C8}" destId="{9CEB6DF5-662F-49F0-A952-489CD94F6D11}" srcOrd="2" destOrd="0" parTransId="{98044ED9-59B3-476A-8DCE-9AA2B7FA1947}" sibTransId="{C71FAC0C-E77A-4BFB-9306-DDAAFDF9916F}"/>
    <dgm:cxn modelId="{69F25A33-D0A2-4CEE-BF00-931EFBB5A85B}" srcId="{36205960-1F74-4F0C-AD63-93461E0439C8}" destId="{95CE6722-C692-4506-B9D1-BC964939E342}" srcOrd="0" destOrd="0" parTransId="{CC469B22-AF54-4EDA-AE25-AA64D1CFB381}" sibTransId="{A758CAC4-550F-4D4A-B1EA-030F19B39747}"/>
    <dgm:cxn modelId="{8ACFF73A-8C82-475B-BED9-08EBB670ADE0}" srcId="{36205960-1F74-4F0C-AD63-93461E0439C8}" destId="{FFAD7E3D-2783-4AFE-9C4F-A72AAF1C4656}" srcOrd="7" destOrd="0" parTransId="{CF049DFF-8D43-403C-A877-EBD82901B864}" sibTransId="{9AA48961-A4F9-4DE9-891D-0735218C2D5E}"/>
    <dgm:cxn modelId="{E1892961-2411-42F9-A2A0-CBE8F550AD02}" type="presOf" srcId="{081D271F-B819-4128-B981-AD615453EF2C}" destId="{FCAB6C73-2D72-497F-997E-FE5078C73E40}" srcOrd="1" destOrd="0" presId="urn:microsoft.com/office/officeart/2016/7/layout/RepeatingBendingProcessNew"/>
    <dgm:cxn modelId="{20A9CC61-2627-4FFF-807B-03C13D5C8FE8}" type="presOf" srcId="{006C694B-A0EC-4744-AD05-432EE7EAB1EF}" destId="{18875C3A-7188-4EB9-B851-FD9F4AE5051E}" srcOrd="0" destOrd="0" presId="urn:microsoft.com/office/officeart/2016/7/layout/RepeatingBendingProcessNew"/>
    <dgm:cxn modelId="{3ECC0A63-DD46-4FEC-968C-43A966C37C3C}" type="presOf" srcId="{006C694B-A0EC-4744-AD05-432EE7EAB1EF}" destId="{A63936A5-88AA-4408-8732-AD2324D404C6}" srcOrd="1" destOrd="0" presId="urn:microsoft.com/office/officeart/2016/7/layout/RepeatingBendingProcessNew"/>
    <dgm:cxn modelId="{B42D2744-FF2C-42B1-8B62-AEFDBE451F9D}" type="presOf" srcId="{C64B0FB0-3092-4315-BB99-99E9CE353620}" destId="{2AADBF3D-2389-40EA-B14C-F3049F5A3964}" srcOrd="1" destOrd="0" presId="urn:microsoft.com/office/officeart/2016/7/layout/RepeatingBendingProcessNew"/>
    <dgm:cxn modelId="{32351E45-CFDE-4F78-AA9A-D41A68289FC9}" type="presOf" srcId="{A758CAC4-550F-4D4A-B1EA-030F19B39747}" destId="{A8C47D94-2264-4EB5-AA94-E4D8AB6AC700}" srcOrd="0" destOrd="0" presId="urn:microsoft.com/office/officeart/2016/7/layout/RepeatingBendingProcessNew"/>
    <dgm:cxn modelId="{8C30A968-E6F1-4EE6-9668-27179A9CC975}" type="presOf" srcId="{250F3749-0788-4638-9EA7-4A65F568B885}" destId="{91DFCBB8-0A62-4E0D-ADD1-8DAAF6BF4732}" srcOrd="0" destOrd="0" presId="urn:microsoft.com/office/officeart/2016/7/layout/RepeatingBendingProcessNew"/>
    <dgm:cxn modelId="{4DBDF469-4115-4D2F-97E3-EF5FD0AC831B}" type="presOf" srcId="{36205960-1F74-4F0C-AD63-93461E0439C8}" destId="{2A80AA02-84B2-40A3-A467-2EBDDE3AC9BB}" srcOrd="0" destOrd="0" presId="urn:microsoft.com/office/officeart/2016/7/layout/RepeatingBendingProcessNew"/>
    <dgm:cxn modelId="{BB0DEC4C-68AB-46E4-B997-67E78C42C3B6}" type="presOf" srcId="{567F8803-2C39-4FDD-A80B-806B0A1EFA08}" destId="{E365817D-270E-42E7-B76C-00E25D28E193}" srcOrd="1" destOrd="0" presId="urn:microsoft.com/office/officeart/2016/7/layout/RepeatingBendingProcessNew"/>
    <dgm:cxn modelId="{99655C7E-E8D8-4BE1-810A-4890D5591051}" type="presOf" srcId="{95CE6722-C692-4506-B9D1-BC964939E342}" destId="{9AD7F938-7B65-4D1C-9FF0-8A1589F88236}" srcOrd="0" destOrd="0" presId="urn:microsoft.com/office/officeart/2016/7/layout/RepeatingBendingProcessNew"/>
    <dgm:cxn modelId="{B368D783-8639-45DC-A3ED-965FCC795ED3}" type="presOf" srcId="{A758CAC4-550F-4D4A-B1EA-030F19B39747}" destId="{D06FB75B-30E2-4EAF-A891-73FB7D15B814}" srcOrd="1" destOrd="0" presId="urn:microsoft.com/office/officeart/2016/7/layout/RepeatingBendingProcessNew"/>
    <dgm:cxn modelId="{81E1D686-CD45-416C-82DF-D5D7D25EC4E1}" srcId="{36205960-1F74-4F0C-AD63-93461E0439C8}" destId="{D3F16BCF-D9CA-4B22-A002-9E70EE4114AC}" srcOrd="1" destOrd="0" parTransId="{26C5D83F-787F-4C3A-8FCA-F5661D6B8E01}" sibTransId="{E648B223-673A-4ECA-B26B-3405C9883FF7}"/>
    <dgm:cxn modelId="{7704BE8C-EFAD-400A-A4A7-B224F1B6E157}" srcId="{36205960-1F74-4F0C-AD63-93461E0439C8}" destId="{30BE4576-B395-4190-A6FA-BB70F58D5F2E}" srcOrd="9" destOrd="0" parTransId="{9C753DAC-5A73-40A4-9DA3-1E60116A19DD}" sibTransId="{94176B31-C7C2-46F0-B09C-678E7F54116C}"/>
    <dgm:cxn modelId="{46D45893-49FC-4E51-93BA-073637A970D9}" type="presOf" srcId="{8B29EB63-696A-4EA4-8DFE-A4704AA3C806}" destId="{0FF35964-0095-4236-9110-3299863440D5}" srcOrd="0" destOrd="0" presId="urn:microsoft.com/office/officeart/2016/7/layout/RepeatingBendingProcessNew"/>
    <dgm:cxn modelId="{07CC4195-2367-4334-AE83-009BB942351D}" type="presOf" srcId="{E648B223-673A-4ECA-B26B-3405C9883FF7}" destId="{45B9A1AA-8918-4E21-A949-7B8983EDD9E0}" srcOrd="0" destOrd="0" presId="urn:microsoft.com/office/officeart/2016/7/layout/RepeatingBendingProcessNew"/>
    <dgm:cxn modelId="{7D388C9B-3CB6-4A48-A799-7E61881FAF96}" type="presOf" srcId="{B72D81F3-E2CA-4983-AC3E-F0D473D81E7E}" destId="{8BA1500B-26E0-4D7E-BD22-5088A8984939}" srcOrd="0" destOrd="0" presId="urn:microsoft.com/office/officeart/2016/7/layout/RepeatingBendingProcessNew"/>
    <dgm:cxn modelId="{47A5BBA2-2057-4948-9484-F26131C30533}" type="presOf" srcId="{30BE4576-B395-4190-A6FA-BB70F58D5F2E}" destId="{E64DD0C6-C195-446E-98BB-2FB78F6777DF}" srcOrd="0" destOrd="0" presId="urn:microsoft.com/office/officeart/2016/7/layout/RepeatingBendingProcessNew"/>
    <dgm:cxn modelId="{240DC8A4-03F9-4A8A-BD90-D11E230DCC33}" type="presOf" srcId="{081D271F-B819-4128-B981-AD615453EF2C}" destId="{A6FC1FF2-BFEE-499D-A2D2-F43BCDBEB247}" srcOrd="0" destOrd="0" presId="urn:microsoft.com/office/officeart/2016/7/layout/RepeatingBendingProcessNew"/>
    <dgm:cxn modelId="{081748AC-B348-422D-AA90-F567418137B8}" type="presOf" srcId="{FFAD7E3D-2783-4AFE-9C4F-A72AAF1C4656}" destId="{A9E65DA3-99B5-4283-AA35-7EF3828D135F}" srcOrd="0" destOrd="0" presId="urn:microsoft.com/office/officeart/2016/7/layout/RepeatingBendingProcessNew"/>
    <dgm:cxn modelId="{9E982AB1-D750-49BC-A515-47E41B524829}" type="presOf" srcId="{C64B0FB0-3092-4315-BB99-99E9CE353620}" destId="{08C8B7DB-F072-440E-9CEA-8DD9057E9D74}" srcOrd="0" destOrd="0" presId="urn:microsoft.com/office/officeart/2016/7/layout/RepeatingBendingProcessNew"/>
    <dgm:cxn modelId="{FFD73EB5-6FDE-4B00-870D-CD4813A71346}" srcId="{36205960-1F74-4F0C-AD63-93461E0439C8}" destId="{E6418D12-5B05-4C55-A50B-62399A8F69CD}" srcOrd="8" destOrd="0" parTransId="{E1CA91AF-537B-4E3C-BC4F-CB31F19D9353}" sibTransId="{006C694B-A0EC-4744-AD05-432EE7EAB1EF}"/>
    <dgm:cxn modelId="{28F754BC-C473-49B9-90D1-E84F7337E014}" type="presOf" srcId="{D3F16BCF-D9CA-4B22-A002-9E70EE4114AC}" destId="{9597EC88-7DD9-4FF5-A8CF-5308121EB6E2}" srcOrd="0" destOrd="0" presId="urn:microsoft.com/office/officeart/2016/7/layout/RepeatingBendingProcessNew"/>
    <dgm:cxn modelId="{19F700C2-5588-4FCF-81AE-466D2E338208}" type="presOf" srcId="{C71FAC0C-E77A-4BFB-9306-DDAAFDF9916F}" destId="{01C0E623-8DCB-42A3-B39C-3DA429128BBC}" srcOrd="1" destOrd="0" presId="urn:microsoft.com/office/officeart/2016/7/layout/RepeatingBendingProcessNew"/>
    <dgm:cxn modelId="{47D4A7C7-D11E-44D7-BBF8-972C0E5910F7}" srcId="{36205960-1F74-4F0C-AD63-93461E0439C8}" destId="{AB787766-99C3-43AD-8FFF-51844906649D}" srcOrd="6" destOrd="0" parTransId="{588CDA33-1098-4F06-8867-0C5EF571717A}" sibTransId="{567F8803-2C39-4FDD-A80B-806B0A1EFA08}"/>
    <dgm:cxn modelId="{E39B2ACD-BD97-4EE4-9B1A-90E604A9845C}" type="presOf" srcId="{9AA48961-A4F9-4DE9-891D-0735218C2D5E}" destId="{AA63E870-6D1B-4CBE-BC36-628D90D61C69}" srcOrd="0" destOrd="0" presId="urn:microsoft.com/office/officeart/2016/7/layout/RepeatingBendingProcessNew"/>
    <dgm:cxn modelId="{B50C6BEC-03BC-41BB-AD22-855379F76A76}" type="presOf" srcId="{E6418D12-5B05-4C55-A50B-62399A8F69CD}" destId="{355AEED8-0594-4482-9DD7-CE6BD0573E84}" srcOrd="0" destOrd="0" presId="urn:microsoft.com/office/officeart/2016/7/layout/RepeatingBendingProcessNew"/>
    <dgm:cxn modelId="{D6A4A0F8-A599-43D0-99CE-BB261959015E}" srcId="{36205960-1F74-4F0C-AD63-93461E0439C8}" destId="{F56DE11B-9089-493E-9160-569D75233121}" srcOrd="4" destOrd="0" parTransId="{D4AB4078-3BCE-4E98-B3B6-3BE38B90A843}" sibTransId="{081D271F-B819-4128-B981-AD615453EF2C}"/>
    <dgm:cxn modelId="{72C99359-3699-4632-BFAF-6FDCC95A0056}" type="presParOf" srcId="{2A80AA02-84B2-40A3-A467-2EBDDE3AC9BB}" destId="{9AD7F938-7B65-4D1C-9FF0-8A1589F88236}" srcOrd="0" destOrd="0" presId="urn:microsoft.com/office/officeart/2016/7/layout/RepeatingBendingProcessNew"/>
    <dgm:cxn modelId="{629AF983-889B-42C3-8B67-CD051CD32623}" type="presParOf" srcId="{2A80AA02-84B2-40A3-A467-2EBDDE3AC9BB}" destId="{A8C47D94-2264-4EB5-AA94-E4D8AB6AC700}" srcOrd="1" destOrd="0" presId="urn:microsoft.com/office/officeart/2016/7/layout/RepeatingBendingProcessNew"/>
    <dgm:cxn modelId="{2EBECD44-9BD2-4E91-90A0-7656FCC27C2A}" type="presParOf" srcId="{A8C47D94-2264-4EB5-AA94-E4D8AB6AC700}" destId="{D06FB75B-30E2-4EAF-A891-73FB7D15B814}" srcOrd="0" destOrd="0" presId="urn:microsoft.com/office/officeart/2016/7/layout/RepeatingBendingProcessNew"/>
    <dgm:cxn modelId="{C38052E6-522E-427F-AFEF-8B89B6E4F92D}" type="presParOf" srcId="{2A80AA02-84B2-40A3-A467-2EBDDE3AC9BB}" destId="{9597EC88-7DD9-4FF5-A8CF-5308121EB6E2}" srcOrd="2" destOrd="0" presId="urn:microsoft.com/office/officeart/2016/7/layout/RepeatingBendingProcessNew"/>
    <dgm:cxn modelId="{633229B1-FE6A-42FC-B11C-AACE31F31B51}" type="presParOf" srcId="{2A80AA02-84B2-40A3-A467-2EBDDE3AC9BB}" destId="{45B9A1AA-8918-4E21-A949-7B8983EDD9E0}" srcOrd="3" destOrd="0" presId="urn:microsoft.com/office/officeart/2016/7/layout/RepeatingBendingProcessNew"/>
    <dgm:cxn modelId="{3A489D76-B445-4085-AD7D-7D8B42B56F23}" type="presParOf" srcId="{45B9A1AA-8918-4E21-A949-7B8983EDD9E0}" destId="{DC6E9195-FDE4-4B52-ADBF-527D231BDA48}" srcOrd="0" destOrd="0" presId="urn:microsoft.com/office/officeart/2016/7/layout/RepeatingBendingProcessNew"/>
    <dgm:cxn modelId="{F0776A9D-8F10-48DA-BA20-D7A177EAA076}" type="presParOf" srcId="{2A80AA02-84B2-40A3-A467-2EBDDE3AC9BB}" destId="{93A479FD-6D7F-46C6-8809-784347434AB0}" srcOrd="4" destOrd="0" presId="urn:microsoft.com/office/officeart/2016/7/layout/RepeatingBendingProcessNew"/>
    <dgm:cxn modelId="{FF0BB04E-50C0-4185-B5FE-DCCB9823B183}" type="presParOf" srcId="{2A80AA02-84B2-40A3-A467-2EBDDE3AC9BB}" destId="{90D6217C-0B04-4D69-B3DB-A0919F8D165C}" srcOrd="5" destOrd="0" presId="urn:microsoft.com/office/officeart/2016/7/layout/RepeatingBendingProcessNew"/>
    <dgm:cxn modelId="{5242ABE6-D506-4EE6-AB8D-4F534F4278BA}" type="presParOf" srcId="{90D6217C-0B04-4D69-B3DB-A0919F8D165C}" destId="{01C0E623-8DCB-42A3-B39C-3DA429128BBC}" srcOrd="0" destOrd="0" presId="urn:microsoft.com/office/officeart/2016/7/layout/RepeatingBendingProcessNew"/>
    <dgm:cxn modelId="{819BFDD5-DB90-4200-9716-2A25E1B94266}" type="presParOf" srcId="{2A80AA02-84B2-40A3-A467-2EBDDE3AC9BB}" destId="{8BA1500B-26E0-4D7E-BD22-5088A8984939}" srcOrd="6" destOrd="0" presId="urn:microsoft.com/office/officeart/2016/7/layout/RepeatingBendingProcessNew"/>
    <dgm:cxn modelId="{C931E53B-5FAD-481E-8D24-3223558D29CD}" type="presParOf" srcId="{2A80AA02-84B2-40A3-A467-2EBDDE3AC9BB}" destId="{0FF35964-0095-4236-9110-3299863440D5}" srcOrd="7" destOrd="0" presId="urn:microsoft.com/office/officeart/2016/7/layout/RepeatingBendingProcessNew"/>
    <dgm:cxn modelId="{3824150C-21D0-4DFC-A718-38862CF335BF}" type="presParOf" srcId="{0FF35964-0095-4236-9110-3299863440D5}" destId="{37B6FA38-75B2-4E93-92EA-9C929E87DE4C}" srcOrd="0" destOrd="0" presId="urn:microsoft.com/office/officeart/2016/7/layout/RepeatingBendingProcessNew"/>
    <dgm:cxn modelId="{EF4715C0-3EFF-4943-B45B-EBDE7779B5CB}" type="presParOf" srcId="{2A80AA02-84B2-40A3-A467-2EBDDE3AC9BB}" destId="{9590F730-2A51-4088-AC5D-07DF8FC493EA}" srcOrd="8" destOrd="0" presId="urn:microsoft.com/office/officeart/2016/7/layout/RepeatingBendingProcessNew"/>
    <dgm:cxn modelId="{FF27B732-8813-43AB-8DAA-734DD6D815BD}" type="presParOf" srcId="{2A80AA02-84B2-40A3-A467-2EBDDE3AC9BB}" destId="{A6FC1FF2-BFEE-499D-A2D2-F43BCDBEB247}" srcOrd="9" destOrd="0" presId="urn:microsoft.com/office/officeart/2016/7/layout/RepeatingBendingProcessNew"/>
    <dgm:cxn modelId="{32B34724-99E7-470A-A9EA-04EF21587858}" type="presParOf" srcId="{A6FC1FF2-BFEE-499D-A2D2-F43BCDBEB247}" destId="{FCAB6C73-2D72-497F-997E-FE5078C73E40}" srcOrd="0" destOrd="0" presId="urn:microsoft.com/office/officeart/2016/7/layout/RepeatingBendingProcessNew"/>
    <dgm:cxn modelId="{496487C1-F4F9-4583-8C91-786814B1B9AE}" type="presParOf" srcId="{2A80AA02-84B2-40A3-A467-2EBDDE3AC9BB}" destId="{91DFCBB8-0A62-4E0D-ADD1-8DAAF6BF4732}" srcOrd="10" destOrd="0" presId="urn:microsoft.com/office/officeart/2016/7/layout/RepeatingBendingProcessNew"/>
    <dgm:cxn modelId="{7373504B-6374-4E50-A53B-07419B8E1412}" type="presParOf" srcId="{2A80AA02-84B2-40A3-A467-2EBDDE3AC9BB}" destId="{08C8B7DB-F072-440E-9CEA-8DD9057E9D74}" srcOrd="11" destOrd="0" presId="urn:microsoft.com/office/officeart/2016/7/layout/RepeatingBendingProcessNew"/>
    <dgm:cxn modelId="{1C6C17C5-E389-4EA9-950D-EC8E48225630}" type="presParOf" srcId="{08C8B7DB-F072-440E-9CEA-8DD9057E9D74}" destId="{2AADBF3D-2389-40EA-B14C-F3049F5A3964}" srcOrd="0" destOrd="0" presId="urn:microsoft.com/office/officeart/2016/7/layout/RepeatingBendingProcessNew"/>
    <dgm:cxn modelId="{AFF5CD98-7E19-4E21-BDCE-6764F6391324}" type="presParOf" srcId="{2A80AA02-84B2-40A3-A467-2EBDDE3AC9BB}" destId="{4EBE76BA-C0B1-4CC6-A4BF-A4DDF00E3DF8}" srcOrd="12" destOrd="0" presId="urn:microsoft.com/office/officeart/2016/7/layout/RepeatingBendingProcessNew"/>
    <dgm:cxn modelId="{9B9FFE98-F6B7-42E7-9898-D08B84697B6E}" type="presParOf" srcId="{2A80AA02-84B2-40A3-A467-2EBDDE3AC9BB}" destId="{9B30FB41-B510-431E-B9B7-D65E6EBABAE2}" srcOrd="13" destOrd="0" presId="urn:microsoft.com/office/officeart/2016/7/layout/RepeatingBendingProcessNew"/>
    <dgm:cxn modelId="{512DFDF5-93F4-4675-80C5-286F2F2A8211}" type="presParOf" srcId="{9B30FB41-B510-431E-B9B7-D65E6EBABAE2}" destId="{E365817D-270E-42E7-B76C-00E25D28E193}" srcOrd="0" destOrd="0" presId="urn:microsoft.com/office/officeart/2016/7/layout/RepeatingBendingProcessNew"/>
    <dgm:cxn modelId="{B34F8DD7-D9A8-44D6-9A16-1617C916B265}" type="presParOf" srcId="{2A80AA02-84B2-40A3-A467-2EBDDE3AC9BB}" destId="{A9E65DA3-99B5-4283-AA35-7EF3828D135F}" srcOrd="14" destOrd="0" presId="urn:microsoft.com/office/officeart/2016/7/layout/RepeatingBendingProcessNew"/>
    <dgm:cxn modelId="{57436FD9-2C0B-4319-8C47-C51DE1B942E7}" type="presParOf" srcId="{2A80AA02-84B2-40A3-A467-2EBDDE3AC9BB}" destId="{AA63E870-6D1B-4CBE-BC36-628D90D61C69}" srcOrd="15" destOrd="0" presId="urn:microsoft.com/office/officeart/2016/7/layout/RepeatingBendingProcessNew"/>
    <dgm:cxn modelId="{2D61A96A-0293-4BDC-9D87-9F9AA651A15E}" type="presParOf" srcId="{AA63E870-6D1B-4CBE-BC36-628D90D61C69}" destId="{D6532546-7D81-46A9-AF81-FD618F677505}" srcOrd="0" destOrd="0" presId="urn:microsoft.com/office/officeart/2016/7/layout/RepeatingBendingProcessNew"/>
    <dgm:cxn modelId="{7029B0F9-7A98-4807-9C4C-30AF117B1692}" type="presParOf" srcId="{2A80AA02-84B2-40A3-A467-2EBDDE3AC9BB}" destId="{355AEED8-0594-4482-9DD7-CE6BD0573E84}" srcOrd="16" destOrd="0" presId="urn:microsoft.com/office/officeart/2016/7/layout/RepeatingBendingProcessNew"/>
    <dgm:cxn modelId="{67EA1332-BEE0-4D4B-8C9D-471981AE673F}" type="presParOf" srcId="{2A80AA02-84B2-40A3-A467-2EBDDE3AC9BB}" destId="{18875C3A-7188-4EB9-B851-FD9F4AE5051E}" srcOrd="17" destOrd="0" presId="urn:microsoft.com/office/officeart/2016/7/layout/RepeatingBendingProcessNew"/>
    <dgm:cxn modelId="{0971F83E-70E6-45A6-9557-0007BC6F0F2B}" type="presParOf" srcId="{18875C3A-7188-4EB9-B851-FD9F4AE5051E}" destId="{A63936A5-88AA-4408-8732-AD2324D404C6}" srcOrd="0" destOrd="0" presId="urn:microsoft.com/office/officeart/2016/7/layout/RepeatingBendingProcessNew"/>
    <dgm:cxn modelId="{AF09ECCD-E413-4B8B-BB41-BC086609EA92}" type="presParOf" srcId="{2A80AA02-84B2-40A3-A467-2EBDDE3AC9BB}" destId="{E64DD0C6-C195-446E-98BB-2FB78F6777DF}"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A39718-120A-4903-811B-589EAE31B1CC}">
      <dsp:nvSpPr>
        <dsp:cNvPr id="0" name=""/>
        <dsp:cNvSpPr/>
      </dsp:nvSpPr>
      <dsp:spPr>
        <a:xfrm>
          <a:off x="2388" y="603840"/>
          <a:ext cx="1894814" cy="113688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Therefore, the </a:t>
          </a:r>
          <a:r>
            <a:rPr lang="en-US" sz="1200" kern="1200" dirty="0">
              <a:latin typeface="Times New Roman" panose="02020603050405020304" pitchFamily="18" charset="0"/>
              <a:cs typeface="Times New Roman" panose="02020603050405020304" pitchFamily="18" charset="0"/>
            </a:rPr>
            <a:t>following</a:t>
          </a:r>
          <a:r>
            <a:rPr lang="en-US" sz="900" kern="1200" dirty="0"/>
            <a:t> sums up the overall financial impact of HIPAA fines, litigation, and patient attrition:</a:t>
          </a:r>
        </a:p>
      </dsp:txBody>
      <dsp:txXfrm>
        <a:off x="2388" y="603840"/>
        <a:ext cx="1894814" cy="1136888"/>
      </dsp:txXfrm>
    </dsp:sp>
    <dsp:sp modelId="{3080CCE5-1059-45F3-8ADD-40CD86CE97B4}">
      <dsp:nvSpPr>
        <dsp:cNvPr id="0" name=""/>
        <dsp:cNvSpPr/>
      </dsp:nvSpPr>
      <dsp:spPr>
        <a:xfrm>
          <a:off x="2086684" y="603840"/>
          <a:ext cx="1894814" cy="1136888"/>
        </a:xfrm>
        <a:prstGeom prst="rect">
          <a:avLst/>
        </a:prstGeom>
        <a:gradFill rotWithShape="0">
          <a:gsLst>
            <a:gs pos="0">
              <a:schemeClr val="accent5">
                <a:hueOff val="-1012679"/>
                <a:satOff val="-69"/>
                <a:lumOff val="163"/>
                <a:alphaOff val="0"/>
                <a:satMod val="103000"/>
                <a:lumMod val="102000"/>
                <a:tint val="94000"/>
              </a:schemeClr>
            </a:gs>
            <a:gs pos="50000">
              <a:schemeClr val="accent5">
                <a:hueOff val="-1012679"/>
                <a:satOff val="-69"/>
                <a:lumOff val="163"/>
                <a:alphaOff val="0"/>
                <a:satMod val="110000"/>
                <a:lumMod val="100000"/>
                <a:shade val="100000"/>
              </a:schemeClr>
            </a:gs>
            <a:gs pos="100000">
              <a:schemeClr val="accent5">
                <a:hueOff val="-1012679"/>
                <a:satOff val="-69"/>
                <a:lumOff val="16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$10,000,000 HIPAA fine; $5,000,000 in lawsuit settlements</a:t>
          </a:r>
        </a:p>
      </dsp:txBody>
      <dsp:txXfrm>
        <a:off x="2086684" y="603840"/>
        <a:ext cx="1894814" cy="1136888"/>
      </dsp:txXfrm>
    </dsp:sp>
    <dsp:sp modelId="{13B51B63-145D-442B-8C9B-8279DD1F9FD8}">
      <dsp:nvSpPr>
        <dsp:cNvPr id="0" name=""/>
        <dsp:cNvSpPr/>
      </dsp:nvSpPr>
      <dsp:spPr>
        <a:xfrm>
          <a:off x="4170981" y="603840"/>
          <a:ext cx="1894814" cy="1136888"/>
        </a:xfrm>
        <a:prstGeom prst="rect">
          <a:avLst/>
        </a:prstGeom>
        <a:gradFill rotWithShape="0">
          <a:gsLst>
            <a:gs pos="0">
              <a:schemeClr val="accent5">
                <a:hueOff val="-2025358"/>
                <a:satOff val="-138"/>
                <a:lumOff val="327"/>
                <a:alphaOff val="0"/>
                <a:satMod val="103000"/>
                <a:lumMod val="102000"/>
                <a:tint val="94000"/>
              </a:schemeClr>
            </a:gs>
            <a:gs pos="50000">
              <a:schemeClr val="accent5">
                <a:hueOff val="-2025358"/>
                <a:satOff val="-138"/>
                <a:lumOff val="327"/>
                <a:alphaOff val="0"/>
                <a:satMod val="110000"/>
                <a:lumMod val="100000"/>
                <a:shade val="100000"/>
              </a:schemeClr>
            </a:gs>
            <a:gs pos="100000">
              <a:schemeClr val="accent5">
                <a:hueOff val="-2025358"/>
                <a:satOff val="-138"/>
                <a:lumOff val="32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Churn of Patients: $100,000,000</a:t>
          </a:r>
        </a:p>
      </dsp:txBody>
      <dsp:txXfrm>
        <a:off x="4170981" y="603840"/>
        <a:ext cx="1894814" cy="1136888"/>
      </dsp:txXfrm>
    </dsp:sp>
    <dsp:sp modelId="{6EDA1DA9-6B30-4BFE-88FD-1B5655B58EE9}">
      <dsp:nvSpPr>
        <dsp:cNvPr id="0" name=""/>
        <dsp:cNvSpPr/>
      </dsp:nvSpPr>
      <dsp:spPr>
        <a:xfrm>
          <a:off x="6255277" y="603840"/>
          <a:ext cx="1894814" cy="1136888"/>
        </a:xfrm>
        <a:prstGeom prst="rect">
          <a:avLst/>
        </a:prstGeom>
        <a:gradFill rotWithShape="0">
          <a:gsLst>
            <a:gs pos="0">
              <a:schemeClr val="accent5">
                <a:hueOff val="-3038037"/>
                <a:satOff val="-207"/>
                <a:lumOff val="490"/>
                <a:alphaOff val="0"/>
                <a:satMod val="103000"/>
                <a:lumMod val="102000"/>
                <a:tint val="94000"/>
              </a:schemeClr>
            </a:gs>
            <a:gs pos="50000">
              <a:schemeClr val="accent5">
                <a:hueOff val="-3038037"/>
                <a:satOff val="-207"/>
                <a:lumOff val="490"/>
                <a:alphaOff val="0"/>
                <a:satMod val="110000"/>
                <a:lumMod val="100000"/>
                <a:shade val="100000"/>
              </a:schemeClr>
            </a:gs>
            <a:gs pos="100000">
              <a:schemeClr val="accent5">
                <a:hueOff val="-3038037"/>
                <a:satOff val="-207"/>
                <a:lumOff val="49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Total Economic Impact of Churn and Regulatory Violations:</a:t>
          </a:r>
        </a:p>
      </dsp:txBody>
      <dsp:txXfrm>
        <a:off x="6255277" y="603840"/>
        <a:ext cx="1894814" cy="1136888"/>
      </dsp:txXfrm>
    </dsp:sp>
    <dsp:sp modelId="{C46F7742-22C8-4C55-A8A2-AD6FEB6385F1}">
      <dsp:nvSpPr>
        <dsp:cNvPr id="0" name=""/>
        <dsp:cNvSpPr/>
      </dsp:nvSpPr>
      <dsp:spPr>
        <a:xfrm>
          <a:off x="2388" y="1930211"/>
          <a:ext cx="1894814" cy="1136888"/>
        </a:xfrm>
        <a:prstGeom prst="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The total impact is equal to 10,000,000,000 + 5,000,000,000 + 100,000,000,000 = 115,000,000,000.</a:t>
          </a:r>
        </a:p>
      </dsp:txBody>
      <dsp:txXfrm>
        <a:off x="2388" y="1930211"/>
        <a:ext cx="1894814" cy="1136888"/>
      </dsp:txXfrm>
    </dsp:sp>
    <dsp:sp modelId="{F45F1633-0CB0-418D-A9A3-829C9E48B71F}">
      <dsp:nvSpPr>
        <dsp:cNvPr id="0" name=""/>
        <dsp:cNvSpPr/>
      </dsp:nvSpPr>
      <dsp:spPr>
        <a:xfrm>
          <a:off x="2086684" y="1930211"/>
          <a:ext cx="1894814" cy="1136888"/>
        </a:xfrm>
        <a:prstGeom prst="rect">
          <a:avLst/>
        </a:prstGeom>
        <a:gradFill rotWithShape="0">
          <a:gsLst>
            <a:gs pos="0">
              <a:schemeClr val="accent5">
                <a:hueOff val="-5063395"/>
                <a:satOff val="-344"/>
                <a:lumOff val="817"/>
                <a:alphaOff val="0"/>
                <a:satMod val="103000"/>
                <a:lumMod val="102000"/>
                <a:tint val="94000"/>
              </a:schemeClr>
            </a:gs>
            <a:gs pos="50000">
              <a:schemeClr val="accent5">
                <a:hueOff val="-5063395"/>
                <a:satOff val="-344"/>
                <a:lumOff val="817"/>
                <a:alphaOff val="0"/>
                <a:satMod val="110000"/>
                <a:lumMod val="100000"/>
                <a:shade val="100000"/>
              </a:schemeClr>
            </a:gs>
            <a:gs pos="100000">
              <a:schemeClr val="accent5">
                <a:hueOff val="-5063395"/>
                <a:satOff val="-344"/>
                <a:lumOff val="81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10,000,000 + 5,000,000 + 100,000,000 = 115,000,000 is the total impact.</a:t>
          </a:r>
        </a:p>
      </dsp:txBody>
      <dsp:txXfrm>
        <a:off x="2086684" y="1930211"/>
        <a:ext cx="1894814" cy="1136888"/>
      </dsp:txXfrm>
    </dsp:sp>
    <dsp:sp modelId="{C9702297-9A65-461F-9671-BF2015E65072}">
      <dsp:nvSpPr>
        <dsp:cNvPr id="0" name=""/>
        <dsp:cNvSpPr/>
      </dsp:nvSpPr>
      <dsp:spPr>
        <a:xfrm>
          <a:off x="4170981" y="1930211"/>
          <a:ext cx="1894814" cy="1136888"/>
        </a:xfrm>
        <a:prstGeom prst="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3. Cost-benefit analysis and suggested security measures</a:t>
          </a:r>
          <a:endParaRPr lang="en-US" sz="1200" kern="1200"/>
        </a:p>
      </dsp:txBody>
      <dsp:txXfrm>
        <a:off x="4170981" y="1930211"/>
        <a:ext cx="1894814" cy="1136888"/>
      </dsp:txXfrm>
    </dsp:sp>
    <dsp:sp modelId="{289D48AE-997D-43C6-A7EE-79DA4A01F52B}">
      <dsp:nvSpPr>
        <dsp:cNvPr id="0" name=""/>
        <dsp:cNvSpPr/>
      </dsp:nvSpPr>
      <dsp:spPr>
        <a:xfrm>
          <a:off x="6255277" y="1930211"/>
          <a:ext cx="1894814" cy="1136888"/>
        </a:xfrm>
        <a:prstGeom prst="rect">
          <a:avLst/>
        </a:prstGeom>
        <a:gradFill rotWithShape="0">
          <a:gsLst>
            <a:gs pos="0">
              <a:schemeClr val="accent5">
                <a:hueOff val="-7088754"/>
                <a:satOff val="-482"/>
                <a:lumOff val="1144"/>
                <a:alphaOff val="0"/>
                <a:satMod val="103000"/>
                <a:lumMod val="102000"/>
                <a:tint val="94000"/>
              </a:schemeClr>
            </a:gs>
            <a:gs pos="50000">
              <a:schemeClr val="accent5">
                <a:hueOff val="-7088754"/>
                <a:satOff val="-482"/>
                <a:lumOff val="1144"/>
                <a:alphaOff val="0"/>
                <a:satMod val="110000"/>
                <a:lumMod val="100000"/>
                <a:shade val="100000"/>
              </a:schemeClr>
            </a:gs>
            <a:gs pos="100000">
              <a:schemeClr val="accent5">
                <a:hueOff val="-7088754"/>
                <a:satOff val="-482"/>
                <a:lumOff val="11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1. The cost of implementing an encryption upgrade is $1,000,000.</a:t>
          </a:r>
          <a:endParaRPr lang="en-US" sz="1200" kern="1200"/>
        </a:p>
      </dsp:txBody>
      <dsp:txXfrm>
        <a:off x="6255277" y="1930211"/>
        <a:ext cx="1894814" cy="1136888"/>
      </dsp:txXfrm>
    </dsp:sp>
    <dsp:sp modelId="{F270BA1A-95FD-4714-BC1C-8FBC81ADEC64}">
      <dsp:nvSpPr>
        <dsp:cNvPr id="0" name=""/>
        <dsp:cNvSpPr/>
      </dsp:nvSpPr>
      <dsp:spPr>
        <a:xfrm>
          <a:off x="2388" y="3256581"/>
          <a:ext cx="1894814" cy="1136888"/>
        </a:xfrm>
        <a:prstGeom prst="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The kind of exposure observed in this breach could be avoided by encrypting all sensitive data using contemporary encryption algorithms.</a:t>
          </a:r>
        </a:p>
      </dsp:txBody>
      <dsp:txXfrm>
        <a:off x="2388" y="3256581"/>
        <a:ext cx="1894814" cy="1136888"/>
      </dsp:txXfrm>
    </dsp:sp>
    <dsp:sp modelId="{A94F024C-4187-454F-968F-62CBEB0E6DA9}">
      <dsp:nvSpPr>
        <dsp:cNvPr id="0" name=""/>
        <dsp:cNvSpPr/>
      </dsp:nvSpPr>
      <dsp:spPr>
        <a:xfrm>
          <a:off x="2086684" y="3256581"/>
          <a:ext cx="1894814" cy="1136888"/>
        </a:xfrm>
        <a:prstGeom prst="rect">
          <a:avLst/>
        </a:prstGeom>
        <a:gradFill rotWithShape="0">
          <a:gsLst>
            <a:gs pos="0">
              <a:schemeClr val="accent5">
                <a:hueOff val="-9114112"/>
                <a:satOff val="-620"/>
                <a:lumOff val="1471"/>
                <a:alphaOff val="0"/>
                <a:satMod val="103000"/>
                <a:lumMod val="102000"/>
                <a:tint val="94000"/>
              </a:schemeClr>
            </a:gs>
            <a:gs pos="50000">
              <a:schemeClr val="accent5">
                <a:hueOff val="-9114112"/>
                <a:satOff val="-620"/>
                <a:lumOff val="1471"/>
                <a:alphaOff val="0"/>
                <a:satMod val="110000"/>
                <a:lumMod val="100000"/>
                <a:shade val="100000"/>
              </a:schemeClr>
            </a:gs>
            <a:gs pos="100000">
              <a:schemeClr val="accent5">
                <a:hueOff val="-9114112"/>
                <a:satOff val="-620"/>
                <a:lumOff val="147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$429,000,000 in financial loss was avoided (due to an old encryption breach).</a:t>
          </a:r>
        </a:p>
      </dsp:txBody>
      <dsp:txXfrm>
        <a:off x="2086684" y="3256581"/>
        <a:ext cx="1894814" cy="1136888"/>
      </dsp:txXfrm>
    </dsp:sp>
    <dsp:sp modelId="{600AE1D5-EDC4-425F-A9B4-62BD17A1F8D2}">
      <dsp:nvSpPr>
        <dsp:cNvPr id="0" name=""/>
        <dsp:cNvSpPr/>
      </dsp:nvSpPr>
      <dsp:spPr>
        <a:xfrm>
          <a:off x="4170981" y="3256581"/>
          <a:ext cx="1894814" cy="1136888"/>
        </a:xfrm>
        <a:prstGeom prst="rect">
          <a:avLst/>
        </a:prstGeom>
        <a:gradFill rotWithShape="0">
          <a:gsLst>
            <a:gs pos="0">
              <a:schemeClr val="accent5">
                <a:hueOff val="-10126791"/>
                <a:satOff val="-688"/>
                <a:lumOff val="1634"/>
                <a:alphaOff val="0"/>
                <a:satMod val="103000"/>
                <a:lumMod val="102000"/>
                <a:tint val="94000"/>
              </a:schemeClr>
            </a:gs>
            <a:gs pos="50000">
              <a:schemeClr val="accent5">
                <a:hueOff val="-10126791"/>
                <a:satOff val="-688"/>
                <a:lumOff val="1634"/>
                <a:alphaOff val="0"/>
                <a:satMod val="110000"/>
                <a:lumMod val="100000"/>
                <a:shade val="100000"/>
              </a:schemeClr>
            </a:gs>
            <a:gs pos="100000">
              <a:schemeClr val="accent5">
                <a:hueOff val="-10126791"/>
                <a:satOff val="-688"/>
                <a:lumOff val="163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Net Advantage:</a:t>
          </a:r>
        </a:p>
      </dsp:txBody>
      <dsp:txXfrm>
        <a:off x="4170981" y="3256581"/>
        <a:ext cx="1894814" cy="1136888"/>
      </dsp:txXfrm>
    </dsp:sp>
    <dsp:sp modelId="{DFDD92DD-610D-410B-BD94-CFF725582AA1}">
      <dsp:nvSpPr>
        <dsp:cNvPr id="0" name=""/>
        <dsp:cNvSpPr/>
      </dsp:nvSpPr>
      <dsp:spPr>
        <a:xfrm>
          <a:off x="6255277" y="3256581"/>
          <a:ext cx="1894814" cy="1136888"/>
        </a:xfrm>
        <a:prstGeom prst="rect">
          <a:avLst/>
        </a:prstGeom>
        <a:gradFill rotWithShape="0">
          <a:gsLst>
            <a:gs pos="0">
              <a:schemeClr val="accent5">
                <a:hueOff val="-11139471"/>
                <a:satOff val="-757"/>
                <a:lumOff val="1798"/>
                <a:alphaOff val="0"/>
                <a:satMod val="103000"/>
                <a:lumMod val="102000"/>
                <a:tint val="94000"/>
              </a:schemeClr>
            </a:gs>
            <a:gs pos="50000">
              <a:schemeClr val="accent5">
                <a:hueOff val="-11139471"/>
                <a:satOff val="-757"/>
                <a:lumOff val="1798"/>
                <a:alphaOff val="0"/>
                <a:satMod val="110000"/>
                <a:lumMod val="100000"/>
                <a:shade val="100000"/>
              </a:schemeClr>
            </a:gs>
            <a:gs pos="100000">
              <a:schemeClr val="accent5">
                <a:hueOff val="-11139471"/>
                <a:satOff val="-757"/>
                <a:lumOff val="179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Benefit Net = 429, 000, 000 − 1, 000, 000 = 428, 000, 000</a:t>
          </a:r>
        </a:p>
      </dsp:txBody>
      <dsp:txXfrm>
        <a:off x="6255277" y="3256581"/>
        <a:ext cx="1894814" cy="1136888"/>
      </dsp:txXfrm>
    </dsp:sp>
    <dsp:sp modelId="{1088895C-985D-4EFE-A9A7-E348C26B503E}">
      <dsp:nvSpPr>
        <dsp:cNvPr id="0" name=""/>
        <dsp:cNvSpPr/>
      </dsp:nvSpPr>
      <dsp:spPr>
        <a:xfrm>
          <a:off x="3128833" y="4582952"/>
          <a:ext cx="1894814" cy="1136888"/>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429,000,000 − 1,000,000 = 428,000,000 is the net benefit.</a:t>
          </a:r>
        </a:p>
      </dsp:txBody>
      <dsp:txXfrm>
        <a:off x="3128833" y="4582952"/>
        <a:ext cx="1894814" cy="11368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5E448-8188-4980-B693-7314222CAD00}">
      <dsp:nvSpPr>
        <dsp:cNvPr id="0" name=""/>
        <dsp:cNvSpPr/>
      </dsp:nvSpPr>
      <dsp:spPr>
        <a:xfrm>
          <a:off x="5189" y="4729"/>
          <a:ext cx="2269173" cy="13615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Times New Roman" panose="02020603050405020304" pitchFamily="18" charset="0"/>
              <a:cs typeface="Times New Roman" panose="02020603050405020304" pitchFamily="18" charset="0"/>
            </a:rPr>
            <a:t>2. The cost of implementing multi-factor authentication (MFA) is $500,000.</a:t>
          </a:r>
          <a:endParaRPr lang="en-US" sz="1200" kern="1200" dirty="0">
            <a:latin typeface="Times New Roman" panose="02020603050405020304" pitchFamily="18" charset="0"/>
            <a:cs typeface="Times New Roman" panose="02020603050405020304" pitchFamily="18" charset="0"/>
          </a:endParaRPr>
        </a:p>
      </dsp:txBody>
      <dsp:txXfrm>
        <a:off x="45066" y="44606"/>
        <a:ext cx="2189419" cy="1281750"/>
      </dsp:txXfrm>
    </dsp:sp>
    <dsp:sp modelId="{F95A1BF3-83C1-4FA1-8F19-76BCCBE13215}">
      <dsp:nvSpPr>
        <dsp:cNvPr id="0" name=""/>
        <dsp:cNvSpPr/>
      </dsp:nvSpPr>
      <dsp:spPr>
        <a:xfrm>
          <a:off x="2474050" y="404104"/>
          <a:ext cx="481064" cy="56275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latin typeface="Times New Roman" panose="02020603050405020304" pitchFamily="18" charset="0"/>
            <a:cs typeface="Times New Roman" panose="02020603050405020304" pitchFamily="18" charset="0"/>
          </a:endParaRPr>
        </a:p>
      </dsp:txBody>
      <dsp:txXfrm>
        <a:off x="2474050" y="516655"/>
        <a:ext cx="336745" cy="337653"/>
      </dsp:txXfrm>
    </dsp:sp>
    <dsp:sp modelId="{2CA4A895-E49C-4AE7-AF30-7B6A18FB6FF7}">
      <dsp:nvSpPr>
        <dsp:cNvPr id="0" name=""/>
        <dsp:cNvSpPr/>
      </dsp:nvSpPr>
      <dsp:spPr>
        <a:xfrm>
          <a:off x="3182032" y="4729"/>
          <a:ext cx="2269173" cy="13615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Times New Roman" panose="02020603050405020304" pitchFamily="18" charset="0"/>
              <a:cs typeface="Times New Roman" panose="02020603050405020304" pitchFamily="18" charset="0"/>
            </a:rPr>
            <a:t>All user accounts should have MFA implemented to lessen the possibility of unwanted access brought on by shoddy authentication procedures.</a:t>
          </a:r>
        </a:p>
      </dsp:txBody>
      <dsp:txXfrm>
        <a:off x="3221909" y="44606"/>
        <a:ext cx="2189419" cy="1281750"/>
      </dsp:txXfrm>
    </dsp:sp>
    <dsp:sp modelId="{98533B62-17C9-4899-B5EE-5DBEB8F058B6}">
      <dsp:nvSpPr>
        <dsp:cNvPr id="0" name=""/>
        <dsp:cNvSpPr/>
      </dsp:nvSpPr>
      <dsp:spPr>
        <a:xfrm>
          <a:off x="5650893" y="404104"/>
          <a:ext cx="481064" cy="56275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latin typeface="Times New Roman" panose="02020603050405020304" pitchFamily="18" charset="0"/>
            <a:cs typeface="Times New Roman" panose="02020603050405020304" pitchFamily="18" charset="0"/>
          </a:endParaRPr>
        </a:p>
      </dsp:txBody>
      <dsp:txXfrm>
        <a:off x="5650893" y="516655"/>
        <a:ext cx="336745" cy="337653"/>
      </dsp:txXfrm>
    </dsp:sp>
    <dsp:sp modelId="{7BD84961-80A7-48CE-8C44-B0F832C1AD23}">
      <dsp:nvSpPr>
        <dsp:cNvPr id="0" name=""/>
        <dsp:cNvSpPr/>
      </dsp:nvSpPr>
      <dsp:spPr>
        <a:xfrm>
          <a:off x="6358875" y="4729"/>
          <a:ext cx="2269173" cy="13615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Times New Roman" panose="02020603050405020304" pitchFamily="18" charset="0"/>
              <a:cs typeface="Times New Roman" panose="02020603050405020304" pitchFamily="18" charset="0"/>
            </a:rPr>
            <a:t>$429,000,000 in financial loss was avoided (due to a weak authentication compromise).</a:t>
          </a:r>
        </a:p>
      </dsp:txBody>
      <dsp:txXfrm>
        <a:off x="6398752" y="44606"/>
        <a:ext cx="2189419" cy="1281750"/>
      </dsp:txXfrm>
    </dsp:sp>
    <dsp:sp modelId="{728044EF-D9C6-4078-8DD0-891FA2C86A68}">
      <dsp:nvSpPr>
        <dsp:cNvPr id="0" name=""/>
        <dsp:cNvSpPr/>
      </dsp:nvSpPr>
      <dsp:spPr>
        <a:xfrm>
          <a:off x="8827736" y="404104"/>
          <a:ext cx="481064" cy="56275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latin typeface="Times New Roman" panose="02020603050405020304" pitchFamily="18" charset="0"/>
            <a:cs typeface="Times New Roman" panose="02020603050405020304" pitchFamily="18" charset="0"/>
          </a:endParaRPr>
        </a:p>
      </dsp:txBody>
      <dsp:txXfrm>
        <a:off x="8827736" y="516655"/>
        <a:ext cx="336745" cy="337653"/>
      </dsp:txXfrm>
    </dsp:sp>
    <dsp:sp modelId="{61DFA911-3516-4969-8CCA-5A5234C8D417}">
      <dsp:nvSpPr>
        <dsp:cNvPr id="0" name=""/>
        <dsp:cNvSpPr/>
      </dsp:nvSpPr>
      <dsp:spPr>
        <a:xfrm>
          <a:off x="9535718" y="4729"/>
          <a:ext cx="2269173" cy="13615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Times New Roman" panose="02020603050405020304" pitchFamily="18" charset="0"/>
              <a:cs typeface="Times New Roman" panose="02020603050405020304" pitchFamily="18" charset="0"/>
            </a:rPr>
            <a:t>Net Advantage:</a:t>
          </a:r>
        </a:p>
      </dsp:txBody>
      <dsp:txXfrm>
        <a:off x="9575595" y="44606"/>
        <a:ext cx="2189419" cy="1281750"/>
      </dsp:txXfrm>
    </dsp:sp>
    <dsp:sp modelId="{13237F2D-CF0F-465F-B91A-60CEEB13896B}">
      <dsp:nvSpPr>
        <dsp:cNvPr id="0" name=""/>
        <dsp:cNvSpPr/>
      </dsp:nvSpPr>
      <dsp:spPr>
        <a:xfrm rot="5400000">
          <a:off x="10429772" y="1525075"/>
          <a:ext cx="481064" cy="56275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latin typeface="Times New Roman" panose="02020603050405020304" pitchFamily="18" charset="0"/>
            <a:cs typeface="Times New Roman" panose="02020603050405020304" pitchFamily="18" charset="0"/>
          </a:endParaRPr>
        </a:p>
      </dsp:txBody>
      <dsp:txXfrm rot="-5400000">
        <a:off x="10501478" y="1565921"/>
        <a:ext cx="337653" cy="336745"/>
      </dsp:txXfrm>
    </dsp:sp>
    <dsp:sp modelId="{FB583041-EFFC-42A3-A364-5457510EEFAC}">
      <dsp:nvSpPr>
        <dsp:cNvPr id="0" name=""/>
        <dsp:cNvSpPr/>
      </dsp:nvSpPr>
      <dsp:spPr>
        <a:xfrm>
          <a:off x="9535718" y="2273902"/>
          <a:ext cx="2269173" cy="13615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Times New Roman" panose="02020603050405020304" pitchFamily="18" charset="0"/>
              <a:cs typeface="Times New Roman" panose="02020603050405020304" pitchFamily="18" charset="0"/>
            </a:rPr>
            <a:t>Benefit Net = 429, 000, 000 − 500, 000 = 428, 500, 000</a:t>
          </a:r>
        </a:p>
      </dsp:txBody>
      <dsp:txXfrm>
        <a:off x="9575595" y="2313779"/>
        <a:ext cx="2189419" cy="1281750"/>
      </dsp:txXfrm>
    </dsp:sp>
    <dsp:sp modelId="{CE6EA365-D08B-4B25-8613-AD2F9FEA7F07}">
      <dsp:nvSpPr>
        <dsp:cNvPr id="0" name=""/>
        <dsp:cNvSpPr/>
      </dsp:nvSpPr>
      <dsp:spPr>
        <a:xfrm rot="10800000">
          <a:off x="8854966" y="2673277"/>
          <a:ext cx="481064" cy="56275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latin typeface="Times New Roman" panose="02020603050405020304" pitchFamily="18" charset="0"/>
            <a:cs typeface="Times New Roman" panose="02020603050405020304" pitchFamily="18" charset="0"/>
          </a:endParaRPr>
        </a:p>
      </dsp:txBody>
      <dsp:txXfrm rot="10800000">
        <a:off x="8999285" y="2785828"/>
        <a:ext cx="336745" cy="337653"/>
      </dsp:txXfrm>
    </dsp:sp>
    <dsp:sp modelId="{788FA663-7190-4CF3-9965-234111121043}">
      <dsp:nvSpPr>
        <dsp:cNvPr id="0" name=""/>
        <dsp:cNvSpPr/>
      </dsp:nvSpPr>
      <dsp:spPr>
        <a:xfrm>
          <a:off x="6358875" y="2273902"/>
          <a:ext cx="2269173" cy="13615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Times New Roman" panose="02020603050405020304" pitchFamily="18" charset="0"/>
              <a:cs typeface="Times New Roman" panose="02020603050405020304" pitchFamily="18" charset="0"/>
            </a:rPr>
            <a:t>The net benefit is 429,000,000 minus 500,000, or 428,500,000.</a:t>
          </a:r>
        </a:p>
      </dsp:txBody>
      <dsp:txXfrm>
        <a:off x="6398752" y="2313779"/>
        <a:ext cx="2189419" cy="1281750"/>
      </dsp:txXfrm>
    </dsp:sp>
    <dsp:sp modelId="{339A6190-3DEF-4BBC-A4B1-C68B133AA2DB}">
      <dsp:nvSpPr>
        <dsp:cNvPr id="0" name=""/>
        <dsp:cNvSpPr/>
      </dsp:nvSpPr>
      <dsp:spPr>
        <a:xfrm rot="10800000">
          <a:off x="5678123" y="2673277"/>
          <a:ext cx="481064" cy="56275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latin typeface="Times New Roman" panose="02020603050405020304" pitchFamily="18" charset="0"/>
            <a:cs typeface="Times New Roman" panose="02020603050405020304" pitchFamily="18" charset="0"/>
          </a:endParaRPr>
        </a:p>
      </dsp:txBody>
      <dsp:txXfrm rot="10800000">
        <a:off x="5822442" y="2785828"/>
        <a:ext cx="336745" cy="337653"/>
      </dsp:txXfrm>
    </dsp:sp>
    <dsp:sp modelId="{34576435-7EFB-4829-8906-2E5A7064B8DF}">
      <dsp:nvSpPr>
        <dsp:cNvPr id="0" name=""/>
        <dsp:cNvSpPr/>
      </dsp:nvSpPr>
      <dsp:spPr>
        <a:xfrm>
          <a:off x="3182032" y="2273902"/>
          <a:ext cx="2269173" cy="13615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latin typeface="Times New Roman" panose="02020603050405020304" pitchFamily="18" charset="0"/>
              <a:cs typeface="Times New Roman" panose="02020603050405020304" pitchFamily="18" charset="0"/>
            </a:rPr>
            <a:t>3. The annual cost of implementing an employee training program is $200,000</a:t>
          </a:r>
          <a:r>
            <a:rPr lang="en-US" sz="1200" kern="1200">
              <a:latin typeface="Times New Roman" panose="02020603050405020304" pitchFamily="18" charset="0"/>
              <a:cs typeface="Times New Roman" panose="02020603050405020304" pitchFamily="18" charset="0"/>
            </a:rPr>
            <a:t>.</a:t>
          </a:r>
        </a:p>
      </dsp:txBody>
      <dsp:txXfrm>
        <a:off x="3221909" y="2313779"/>
        <a:ext cx="2189419" cy="1281750"/>
      </dsp:txXfrm>
    </dsp:sp>
    <dsp:sp modelId="{6AD0FB57-8A02-4B43-BCC8-41C66085E715}">
      <dsp:nvSpPr>
        <dsp:cNvPr id="0" name=""/>
        <dsp:cNvSpPr/>
      </dsp:nvSpPr>
      <dsp:spPr>
        <a:xfrm rot="10800000">
          <a:off x="2501280" y="2673277"/>
          <a:ext cx="481064" cy="56275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latin typeface="Times New Roman" panose="02020603050405020304" pitchFamily="18" charset="0"/>
            <a:cs typeface="Times New Roman" panose="02020603050405020304" pitchFamily="18" charset="0"/>
          </a:endParaRPr>
        </a:p>
      </dsp:txBody>
      <dsp:txXfrm rot="10800000">
        <a:off x="2645599" y="2785828"/>
        <a:ext cx="336745" cy="337653"/>
      </dsp:txXfrm>
    </dsp:sp>
    <dsp:sp modelId="{642E0FBE-2323-487F-B14E-F9118D71241C}">
      <dsp:nvSpPr>
        <dsp:cNvPr id="0" name=""/>
        <dsp:cNvSpPr/>
      </dsp:nvSpPr>
      <dsp:spPr>
        <a:xfrm>
          <a:off x="5189" y="2273902"/>
          <a:ext cx="2269173" cy="13615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Times New Roman" panose="02020603050405020304" pitchFamily="18" charset="0"/>
              <a:cs typeface="Times New Roman" panose="02020603050405020304" pitchFamily="18" charset="0"/>
            </a:rPr>
            <a:t>By teaching staff members about phishing scams and appropriate security procedures, a comprehensive training program would reduce the possibility of human mistake.</a:t>
          </a:r>
        </a:p>
      </dsp:txBody>
      <dsp:txXfrm>
        <a:off x="45066" y="2313779"/>
        <a:ext cx="2189419" cy="1281750"/>
      </dsp:txXfrm>
    </dsp:sp>
    <dsp:sp modelId="{3F859727-D100-4DAE-9107-487C49E27A8A}">
      <dsp:nvSpPr>
        <dsp:cNvPr id="0" name=""/>
        <dsp:cNvSpPr/>
      </dsp:nvSpPr>
      <dsp:spPr>
        <a:xfrm rot="5400000">
          <a:off x="899244" y="3794249"/>
          <a:ext cx="481064" cy="56275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latin typeface="Times New Roman" panose="02020603050405020304" pitchFamily="18" charset="0"/>
            <a:cs typeface="Times New Roman" panose="02020603050405020304" pitchFamily="18" charset="0"/>
          </a:endParaRPr>
        </a:p>
      </dsp:txBody>
      <dsp:txXfrm rot="-5400000">
        <a:off x="970950" y="3835095"/>
        <a:ext cx="337653" cy="336745"/>
      </dsp:txXfrm>
    </dsp:sp>
    <dsp:sp modelId="{562BECBA-2812-4B3A-A811-EF23D03D4EE0}">
      <dsp:nvSpPr>
        <dsp:cNvPr id="0" name=""/>
        <dsp:cNvSpPr/>
      </dsp:nvSpPr>
      <dsp:spPr>
        <a:xfrm>
          <a:off x="5189" y="4543076"/>
          <a:ext cx="2269173" cy="13615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Times New Roman" panose="02020603050405020304" pitchFamily="18" charset="0"/>
              <a:cs typeface="Times New Roman" panose="02020603050405020304" pitchFamily="18" charset="0"/>
            </a:rPr>
            <a:t>$98,670,000 in financial loss was avoided (due to an employee error).</a:t>
          </a:r>
        </a:p>
      </dsp:txBody>
      <dsp:txXfrm>
        <a:off x="45066" y="4582953"/>
        <a:ext cx="2189419" cy="1281750"/>
      </dsp:txXfrm>
    </dsp:sp>
    <dsp:sp modelId="{C0960F74-FABB-49CF-AA09-1E64DBC2D642}">
      <dsp:nvSpPr>
        <dsp:cNvPr id="0" name=""/>
        <dsp:cNvSpPr/>
      </dsp:nvSpPr>
      <dsp:spPr>
        <a:xfrm>
          <a:off x="2474050" y="4942450"/>
          <a:ext cx="481064" cy="56275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latin typeface="Times New Roman" panose="02020603050405020304" pitchFamily="18" charset="0"/>
            <a:cs typeface="Times New Roman" panose="02020603050405020304" pitchFamily="18" charset="0"/>
          </a:endParaRPr>
        </a:p>
      </dsp:txBody>
      <dsp:txXfrm>
        <a:off x="2474050" y="5055001"/>
        <a:ext cx="336745" cy="337653"/>
      </dsp:txXfrm>
    </dsp:sp>
    <dsp:sp modelId="{F051E5EE-CB1D-40AA-B988-AEE5B84F624C}">
      <dsp:nvSpPr>
        <dsp:cNvPr id="0" name=""/>
        <dsp:cNvSpPr/>
      </dsp:nvSpPr>
      <dsp:spPr>
        <a:xfrm>
          <a:off x="3182032" y="4543076"/>
          <a:ext cx="2269173" cy="13615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Times New Roman" panose="02020603050405020304" pitchFamily="18" charset="0"/>
              <a:cs typeface="Times New Roman" panose="02020603050405020304" pitchFamily="18" charset="0"/>
            </a:rPr>
            <a:t>Net Advantage:</a:t>
          </a:r>
        </a:p>
      </dsp:txBody>
      <dsp:txXfrm>
        <a:off x="3221909" y="4582953"/>
        <a:ext cx="2189419" cy="1281750"/>
      </dsp:txXfrm>
    </dsp:sp>
    <dsp:sp modelId="{2D635B29-D02E-47DE-BBD1-84022D0CE067}">
      <dsp:nvSpPr>
        <dsp:cNvPr id="0" name=""/>
        <dsp:cNvSpPr/>
      </dsp:nvSpPr>
      <dsp:spPr>
        <a:xfrm>
          <a:off x="5650893" y="4942450"/>
          <a:ext cx="481064" cy="56275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latin typeface="Times New Roman" panose="02020603050405020304" pitchFamily="18" charset="0"/>
            <a:cs typeface="Times New Roman" panose="02020603050405020304" pitchFamily="18" charset="0"/>
          </a:endParaRPr>
        </a:p>
      </dsp:txBody>
      <dsp:txXfrm>
        <a:off x="5650893" y="5055001"/>
        <a:ext cx="336745" cy="337653"/>
      </dsp:txXfrm>
    </dsp:sp>
    <dsp:sp modelId="{AEF0987F-EA8F-4B89-8FCB-F15BE6F5CB0D}">
      <dsp:nvSpPr>
        <dsp:cNvPr id="0" name=""/>
        <dsp:cNvSpPr/>
      </dsp:nvSpPr>
      <dsp:spPr>
        <a:xfrm>
          <a:off x="6358875" y="4543076"/>
          <a:ext cx="2269173" cy="13615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Times New Roman" panose="02020603050405020304" pitchFamily="18" charset="0"/>
              <a:cs typeface="Times New Roman" panose="02020603050405020304" pitchFamily="18" charset="0"/>
            </a:rPr>
            <a:t>The net benefit is equal to 98,670,000 minus 200,000, or 98,470,000</a:t>
          </a:r>
        </a:p>
      </dsp:txBody>
      <dsp:txXfrm>
        <a:off x="6398752" y="4582953"/>
        <a:ext cx="2189419" cy="1281750"/>
      </dsp:txXfrm>
    </dsp:sp>
    <dsp:sp modelId="{C196F35C-B47C-4D61-A226-B6ABF77C178B}">
      <dsp:nvSpPr>
        <dsp:cNvPr id="0" name=""/>
        <dsp:cNvSpPr/>
      </dsp:nvSpPr>
      <dsp:spPr>
        <a:xfrm>
          <a:off x="8827736" y="4942450"/>
          <a:ext cx="481064" cy="56275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latin typeface="Times New Roman" panose="02020603050405020304" pitchFamily="18" charset="0"/>
            <a:cs typeface="Times New Roman" panose="02020603050405020304" pitchFamily="18" charset="0"/>
          </a:endParaRPr>
        </a:p>
      </dsp:txBody>
      <dsp:txXfrm>
        <a:off x="8827736" y="5055001"/>
        <a:ext cx="336745" cy="337653"/>
      </dsp:txXfrm>
    </dsp:sp>
    <dsp:sp modelId="{CB20113F-36D0-43DD-8D76-FA4AB88AB3DE}">
      <dsp:nvSpPr>
        <dsp:cNvPr id="0" name=""/>
        <dsp:cNvSpPr/>
      </dsp:nvSpPr>
      <dsp:spPr>
        <a:xfrm>
          <a:off x="9535718" y="4543076"/>
          <a:ext cx="2269173" cy="13615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Times New Roman" panose="02020603050405020304" pitchFamily="18" charset="0"/>
              <a:cs typeface="Times New Roman" panose="02020603050405020304" pitchFamily="18" charset="0"/>
            </a:rPr>
            <a:t>98,670,000 − 200,000 = 98,470,000 is the net benefit.</a:t>
          </a:r>
        </a:p>
      </dsp:txBody>
      <dsp:txXfrm>
        <a:off x="9575595" y="4582953"/>
        <a:ext cx="2189419" cy="12817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C47D94-2264-4EB5-AA94-E4D8AB6AC700}">
      <dsp:nvSpPr>
        <dsp:cNvPr id="0" name=""/>
        <dsp:cNvSpPr/>
      </dsp:nvSpPr>
      <dsp:spPr>
        <a:xfrm>
          <a:off x="2241532" y="951178"/>
          <a:ext cx="484885" cy="91440"/>
        </a:xfrm>
        <a:custGeom>
          <a:avLst/>
          <a:gdLst/>
          <a:ahLst/>
          <a:cxnLst/>
          <a:rect l="0" t="0" r="0" b="0"/>
          <a:pathLst>
            <a:path>
              <a:moveTo>
                <a:pt x="0" y="45720"/>
              </a:moveTo>
              <a:lnTo>
                <a:pt x="484885"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1087" y="994320"/>
        <a:ext cx="25774" cy="5154"/>
      </dsp:txXfrm>
    </dsp:sp>
    <dsp:sp modelId="{9AD7F938-7B65-4D1C-9FF0-8A1589F88236}">
      <dsp:nvSpPr>
        <dsp:cNvPr id="0" name=""/>
        <dsp:cNvSpPr/>
      </dsp:nvSpPr>
      <dsp:spPr>
        <a:xfrm>
          <a:off x="2092" y="324526"/>
          <a:ext cx="2241239" cy="134474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n-US" sz="1300" b="1" kern="1200">
              <a:latin typeface="Times New Roman" panose="02020603050405020304" pitchFamily="18" charset="0"/>
              <a:cs typeface="Times New Roman" panose="02020603050405020304" pitchFamily="18" charset="0"/>
            </a:rPr>
            <a:t>4. Plan for Incident Response and Disaster Recovery</a:t>
          </a:r>
          <a:endParaRPr lang="en-US" sz="1300" kern="1200">
            <a:latin typeface="Times New Roman" panose="02020603050405020304" pitchFamily="18" charset="0"/>
            <a:cs typeface="Times New Roman" panose="02020603050405020304" pitchFamily="18" charset="0"/>
          </a:endParaRPr>
        </a:p>
      </dsp:txBody>
      <dsp:txXfrm>
        <a:off x="2092" y="324526"/>
        <a:ext cx="2241239" cy="1344743"/>
      </dsp:txXfrm>
    </dsp:sp>
    <dsp:sp modelId="{45B9A1AA-8918-4E21-A949-7B8983EDD9E0}">
      <dsp:nvSpPr>
        <dsp:cNvPr id="0" name=""/>
        <dsp:cNvSpPr/>
      </dsp:nvSpPr>
      <dsp:spPr>
        <a:xfrm>
          <a:off x="4998257" y="951178"/>
          <a:ext cx="484885" cy="91440"/>
        </a:xfrm>
        <a:custGeom>
          <a:avLst/>
          <a:gdLst/>
          <a:ahLst/>
          <a:cxnLst/>
          <a:rect l="0" t="0" r="0" b="0"/>
          <a:pathLst>
            <a:path>
              <a:moveTo>
                <a:pt x="0" y="45720"/>
              </a:moveTo>
              <a:lnTo>
                <a:pt x="484885" y="45720"/>
              </a:lnTo>
            </a:path>
          </a:pathLst>
        </a:custGeom>
        <a:noFill/>
        <a:ln w="12700" cap="flat" cmpd="sng" algn="ctr">
          <a:solidFill>
            <a:schemeClr val="accent5">
              <a:hueOff val="-1519019"/>
              <a:satOff val="-103"/>
              <a:lumOff val="24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7812" y="994320"/>
        <a:ext cx="25774" cy="5154"/>
      </dsp:txXfrm>
    </dsp:sp>
    <dsp:sp modelId="{9597EC88-7DD9-4FF5-A8CF-5308121EB6E2}">
      <dsp:nvSpPr>
        <dsp:cNvPr id="0" name=""/>
        <dsp:cNvSpPr/>
      </dsp:nvSpPr>
      <dsp:spPr>
        <a:xfrm>
          <a:off x="2758817" y="324526"/>
          <a:ext cx="2241239" cy="1344743"/>
        </a:xfrm>
        <a:prstGeom prst="rect">
          <a:avLst/>
        </a:prstGeom>
        <a:gradFill rotWithShape="0">
          <a:gsLst>
            <a:gs pos="0">
              <a:schemeClr val="accent5">
                <a:hueOff val="-1350239"/>
                <a:satOff val="-92"/>
                <a:lumOff val="218"/>
                <a:alphaOff val="0"/>
                <a:satMod val="103000"/>
                <a:lumMod val="102000"/>
                <a:tint val="94000"/>
              </a:schemeClr>
            </a:gs>
            <a:gs pos="50000">
              <a:schemeClr val="accent5">
                <a:hueOff val="-1350239"/>
                <a:satOff val="-92"/>
                <a:lumOff val="218"/>
                <a:alphaOff val="0"/>
                <a:satMod val="110000"/>
                <a:lumMod val="100000"/>
                <a:shade val="100000"/>
              </a:schemeClr>
            </a:gs>
            <a:gs pos="100000">
              <a:schemeClr val="accent5">
                <a:hueOff val="-1350239"/>
                <a:satOff val="-92"/>
                <a:lumOff val="21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n-US" sz="1300" kern="1200"/>
            <a:t>Reducing the operational impact of future breaches requires a thorough incident response (IR) strategy and disaster recovery plan (DRP).</a:t>
          </a:r>
        </a:p>
      </dsp:txBody>
      <dsp:txXfrm>
        <a:off x="2758817" y="324526"/>
        <a:ext cx="2241239" cy="1344743"/>
      </dsp:txXfrm>
    </dsp:sp>
    <dsp:sp modelId="{90D6217C-0B04-4D69-B3DB-A0919F8D165C}">
      <dsp:nvSpPr>
        <dsp:cNvPr id="0" name=""/>
        <dsp:cNvSpPr/>
      </dsp:nvSpPr>
      <dsp:spPr>
        <a:xfrm>
          <a:off x="7754982" y="951178"/>
          <a:ext cx="484885" cy="91440"/>
        </a:xfrm>
        <a:custGeom>
          <a:avLst/>
          <a:gdLst/>
          <a:ahLst/>
          <a:cxnLst/>
          <a:rect l="0" t="0" r="0" b="0"/>
          <a:pathLst>
            <a:path>
              <a:moveTo>
                <a:pt x="0" y="45720"/>
              </a:moveTo>
              <a:lnTo>
                <a:pt x="484885" y="45720"/>
              </a:lnTo>
            </a:path>
          </a:pathLst>
        </a:custGeom>
        <a:noFill/>
        <a:ln w="12700" cap="flat" cmpd="sng" algn="ctr">
          <a:solidFill>
            <a:schemeClr val="accent5">
              <a:hueOff val="-3038037"/>
              <a:satOff val="-207"/>
              <a:lumOff val="49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984537" y="994320"/>
        <a:ext cx="25774" cy="5154"/>
      </dsp:txXfrm>
    </dsp:sp>
    <dsp:sp modelId="{93A479FD-6D7F-46C6-8809-784347434AB0}">
      <dsp:nvSpPr>
        <dsp:cNvPr id="0" name=""/>
        <dsp:cNvSpPr/>
      </dsp:nvSpPr>
      <dsp:spPr>
        <a:xfrm>
          <a:off x="5515542" y="324526"/>
          <a:ext cx="2241239" cy="1344743"/>
        </a:xfrm>
        <a:prstGeom prst="rect">
          <a:avLst/>
        </a:prstGeom>
        <a:gradFill rotWithShape="0">
          <a:gsLst>
            <a:gs pos="0">
              <a:schemeClr val="accent5">
                <a:hueOff val="-2700478"/>
                <a:satOff val="-184"/>
                <a:lumOff val="436"/>
                <a:alphaOff val="0"/>
                <a:satMod val="103000"/>
                <a:lumMod val="102000"/>
                <a:tint val="94000"/>
              </a:schemeClr>
            </a:gs>
            <a:gs pos="50000">
              <a:schemeClr val="accent5">
                <a:hueOff val="-2700478"/>
                <a:satOff val="-184"/>
                <a:lumOff val="436"/>
                <a:alphaOff val="0"/>
                <a:satMod val="110000"/>
                <a:lumMod val="100000"/>
                <a:shade val="100000"/>
              </a:schemeClr>
            </a:gs>
            <a:gs pos="100000">
              <a:schemeClr val="accent5">
                <a:hueOff val="-2700478"/>
                <a:satOff val="-184"/>
                <a:lumOff val="43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n-US" sz="1300" kern="1200"/>
            <a:t>Estimates of costs:</a:t>
          </a:r>
        </a:p>
      </dsp:txBody>
      <dsp:txXfrm>
        <a:off x="5515542" y="324526"/>
        <a:ext cx="2241239" cy="1344743"/>
      </dsp:txXfrm>
    </dsp:sp>
    <dsp:sp modelId="{0FF35964-0095-4236-9110-3299863440D5}">
      <dsp:nvSpPr>
        <dsp:cNvPr id="0" name=""/>
        <dsp:cNvSpPr/>
      </dsp:nvSpPr>
      <dsp:spPr>
        <a:xfrm>
          <a:off x="1122712" y="1667470"/>
          <a:ext cx="8270175" cy="484885"/>
        </a:xfrm>
        <a:custGeom>
          <a:avLst/>
          <a:gdLst/>
          <a:ahLst/>
          <a:cxnLst/>
          <a:rect l="0" t="0" r="0" b="0"/>
          <a:pathLst>
            <a:path>
              <a:moveTo>
                <a:pt x="8270175" y="0"/>
              </a:moveTo>
              <a:lnTo>
                <a:pt x="8270175" y="259542"/>
              </a:lnTo>
              <a:lnTo>
                <a:pt x="0" y="259542"/>
              </a:lnTo>
              <a:lnTo>
                <a:pt x="0" y="484885"/>
              </a:lnTo>
            </a:path>
          </a:pathLst>
        </a:custGeom>
        <a:noFill/>
        <a:ln w="12700" cap="flat" cmpd="sng" algn="ctr">
          <a:solidFill>
            <a:schemeClr val="accent5">
              <a:hueOff val="-4557056"/>
              <a:satOff val="-310"/>
              <a:lumOff val="73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50644" y="1907335"/>
        <a:ext cx="414311" cy="5154"/>
      </dsp:txXfrm>
    </dsp:sp>
    <dsp:sp modelId="{8BA1500B-26E0-4D7E-BD22-5088A8984939}">
      <dsp:nvSpPr>
        <dsp:cNvPr id="0" name=""/>
        <dsp:cNvSpPr/>
      </dsp:nvSpPr>
      <dsp:spPr>
        <a:xfrm>
          <a:off x="8272267" y="324526"/>
          <a:ext cx="2241239" cy="1344743"/>
        </a:xfrm>
        <a:prstGeom prst="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n-US" sz="1300" kern="1200"/>
            <a:t>Backup Systems: $200,000 per year</a:t>
          </a:r>
        </a:p>
      </dsp:txBody>
      <dsp:txXfrm>
        <a:off x="8272267" y="324526"/>
        <a:ext cx="2241239" cy="1344743"/>
      </dsp:txXfrm>
    </dsp:sp>
    <dsp:sp modelId="{A6FC1FF2-BFEE-499D-A2D2-F43BCDBEB247}">
      <dsp:nvSpPr>
        <dsp:cNvPr id="0" name=""/>
        <dsp:cNvSpPr/>
      </dsp:nvSpPr>
      <dsp:spPr>
        <a:xfrm>
          <a:off x="2241532" y="2811407"/>
          <a:ext cx="484885" cy="91440"/>
        </a:xfrm>
        <a:custGeom>
          <a:avLst/>
          <a:gdLst/>
          <a:ahLst/>
          <a:cxnLst/>
          <a:rect l="0" t="0" r="0" b="0"/>
          <a:pathLst>
            <a:path>
              <a:moveTo>
                <a:pt x="0" y="45720"/>
              </a:moveTo>
              <a:lnTo>
                <a:pt x="484885" y="45720"/>
              </a:lnTo>
            </a:path>
          </a:pathLst>
        </a:custGeom>
        <a:noFill/>
        <a:ln w="12700" cap="flat" cmpd="sng" algn="ctr">
          <a:solidFill>
            <a:schemeClr val="accent5">
              <a:hueOff val="-6076075"/>
              <a:satOff val="-413"/>
              <a:lumOff val="98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1087" y="2854550"/>
        <a:ext cx="25774" cy="5154"/>
      </dsp:txXfrm>
    </dsp:sp>
    <dsp:sp modelId="{9590F730-2A51-4088-AC5D-07DF8FC493EA}">
      <dsp:nvSpPr>
        <dsp:cNvPr id="0" name=""/>
        <dsp:cNvSpPr/>
      </dsp:nvSpPr>
      <dsp:spPr>
        <a:xfrm>
          <a:off x="2092" y="2184755"/>
          <a:ext cx="2241239" cy="1344743"/>
        </a:xfrm>
        <a:prstGeom prst="rect">
          <a:avLst/>
        </a:prstGeom>
        <a:gradFill rotWithShape="0">
          <a:gsLst>
            <a:gs pos="0">
              <a:schemeClr val="accent5">
                <a:hueOff val="-5400955"/>
                <a:satOff val="-367"/>
                <a:lumOff val="872"/>
                <a:alphaOff val="0"/>
                <a:satMod val="103000"/>
                <a:lumMod val="102000"/>
                <a:tint val="94000"/>
              </a:schemeClr>
            </a:gs>
            <a:gs pos="50000">
              <a:schemeClr val="accent5">
                <a:hueOff val="-5400955"/>
                <a:satOff val="-367"/>
                <a:lumOff val="872"/>
                <a:alphaOff val="0"/>
                <a:satMod val="110000"/>
                <a:lumMod val="100000"/>
                <a:shade val="100000"/>
              </a:schemeClr>
            </a:gs>
            <a:gs pos="100000">
              <a:schemeClr val="accent5">
                <a:hueOff val="-5400955"/>
                <a:satOff val="-367"/>
                <a:lumOff val="87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n-US" sz="1300" kern="1200"/>
            <a:t>Testing for incident response: $100,000 per year</a:t>
          </a:r>
        </a:p>
      </dsp:txBody>
      <dsp:txXfrm>
        <a:off x="2092" y="2184755"/>
        <a:ext cx="2241239" cy="1344743"/>
      </dsp:txXfrm>
    </dsp:sp>
    <dsp:sp modelId="{08C8B7DB-F072-440E-9CEA-8DD9057E9D74}">
      <dsp:nvSpPr>
        <dsp:cNvPr id="0" name=""/>
        <dsp:cNvSpPr/>
      </dsp:nvSpPr>
      <dsp:spPr>
        <a:xfrm>
          <a:off x="4998257" y="2811407"/>
          <a:ext cx="484885" cy="91440"/>
        </a:xfrm>
        <a:custGeom>
          <a:avLst/>
          <a:gdLst/>
          <a:ahLst/>
          <a:cxnLst/>
          <a:rect l="0" t="0" r="0" b="0"/>
          <a:pathLst>
            <a:path>
              <a:moveTo>
                <a:pt x="0" y="45720"/>
              </a:moveTo>
              <a:lnTo>
                <a:pt x="484885" y="45720"/>
              </a:lnTo>
            </a:path>
          </a:pathLst>
        </a:custGeom>
        <a:noFill/>
        <a:ln w="12700" cap="flat" cmpd="sng" algn="ctr">
          <a:solidFill>
            <a:schemeClr val="accent5">
              <a:hueOff val="-7595094"/>
              <a:satOff val="-516"/>
              <a:lumOff val="122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7812" y="2854550"/>
        <a:ext cx="25774" cy="5154"/>
      </dsp:txXfrm>
    </dsp:sp>
    <dsp:sp modelId="{91DFCBB8-0A62-4E0D-ADD1-8DAAF6BF4732}">
      <dsp:nvSpPr>
        <dsp:cNvPr id="0" name=""/>
        <dsp:cNvSpPr/>
      </dsp:nvSpPr>
      <dsp:spPr>
        <a:xfrm>
          <a:off x="2758817" y="2184755"/>
          <a:ext cx="2241239" cy="1344743"/>
        </a:xfrm>
        <a:prstGeom prst="rect">
          <a:avLst/>
        </a:prstGeom>
        <a:gradFill rotWithShape="0">
          <a:gsLst>
            <a:gs pos="0">
              <a:schemeClr val="accent5">
                <a:hueOff val="-6751195"/>
                <a:satOff val="-459"/>
                <a:lumOff val="1089"/>
                <a:alphaOff val="0"/>
                <a:satMod val="103000"/>
                <a:lumMod val="102000"/>
                <a:tint val="94000"/>
              </a:schemeClr>
            </a:gs>
            <a:gs pos="50000">
              <a:schemeClr val="accent5">
                <a:hueOff val="-6751195"/>
                <a:satOff val="-459"/>
                <a:lumOff val="1089"/>
                <a:alphaOff val="0"/>
                <a:satMod val="110000"/>
                <a:lumMod val="100000"/>
                <a:shade val="100000"/>
              </a:schemeClr>
            </a:gs>
            <a:gs pos="100000">
              <a:schemeClr val="accent5">
                <a:hueOff val="-6751195"/>
                <a:satOff val="-459"/>
                <a:lumOff val="108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n-US" sz="1300" kern="1200"/>
            <a:t>Software for incident management: $150,000 per year</a:t>
          </a:r>
        </a:p>
      </dsp:txBody>
      <dsp:txXfrm>
        <a:off x="2758817" y="2184755"/>
        <a:ext cx="2241239" cy="1344743"/>
      </dsp:txXfrm>
    </dsp:sp>
    <dsp:sp modelId="{9B30FB41-B510-431E-B9B7-D65E6EBABAE2}">
      <dsp:nvSpPr>
        <dsp:cNvPr id="0" name=""/>
        <dsp:cNvSpPr/>
      </dsp:nvSpPr>
      <dsp:spPr>
        <a:xfrm>
          <a:off x="1839505" y="3527699"/>
          <a:ext cx="4796656" cy="484885"/>
        </a:xfrm>
        <a:custGeom>
          <a:avLst/>
          <a:gdLst/>
          <a:ahLst/>
          <a:cxnLst/>
          <a:rect l="0" t="0" r="0" b="0"/>
          <a:pathLst>
            <a:path>
              <a:moveTo>
                <a:pt x="4796656" y="0"/>
              </a:moveTo>
              <a:lnTo>
                <a:pt x="4796656" y="259542"/>
              </a:lnTo>
              <a:lnTo>
                <a:pt x="0" y="259542"/>
              </a:lnTo>
              <a:lnTo>
                <a:pt x="0" y="484885"/>
              </a:lnTo>
            </a:path>
          </a:pathLst>
        </a:custGeom>
        <a:noFill/>
        <a:ln w="12700" cap="flat" cmpd="sng" algn="ctr">
          <a:solidFill>
            <a:schemeClr val="accent5">
              <a:hueOff val="-9114112"/>
              <a:satOff val="-620"/>
              <a:lumOff val="147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17227" y="3767564"/>
        <a:ext cx="241213" cy="5154"/>
      </dsp:txXfrm>
    </dsp:sp>
    <dsp:sp modelId="{4EBE76BA-C0B1-4CC6-A4BF-A4DDF00E3DF8}">
      <dsp:nvSpPr>
        <dsp:cNvPr id="0" name=""/>
        <dsp:cNvSpPr/>
      </dsp:nvSpPr>
      <dsp:spPr>
        <a:xfrm>
          <a:off x="5515542" y="2184755"/>
          <a:ext cx="2241239" cy="1344743"/>
        </a:xfrm>
        <a:prstGeom prst="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n-US" sz="1300" kern="1200"/>
            <a:t>$450,000 is the total annual cost.</a:t>
          </a:r>
        </a:p>
      </dsp:txBody>
      <dsp:txXfrm>
        <a:off x="5515542" y="2184755"/>
        <a:ext cx="2241239" cy="1344743"/>
      </dsp:txXfrm>
    </dsp:sp>
    <dsp:sp modelId="{AA63E870-6D1B-4CBE-BC36-628D90D61C69}">
      <dsp:nvSpPr>
        <dsp:cNvPr id="0" name=""/>
        <dsp:cNvSpPr/>
      </dsp:nvSpPr>
      <dsp:spPr>
        <a:xfrm>
          <a:off x="3675118" y="4671636"/>
          <a:ext cx="484885" cy="91440"/>
        </a:xfrm>
        <a:custGeom>
          <a:avLst/>
          <a:gdLst/>
          <a:ahLst/>
          <a:cxnLst/>
          <a:rect l="0" t="0" r="0" b="0"/>
          <a:pathLst>
            <a:path>
              <a:moveTo>
                <a:pt x="0" y="45720"/>
              </a:moveTo>
              <a:lnTo>
                <a:pt x="484885" y="45720"/>
              </a:lnTo>
            </a:path>
          </a:pathLst>
        </a:custGeom>
        <a:noFill/>
        <a:ln w="12700" cap="flat" cmpd="sng" algn="ctr">
          <a:solidFill>
            <a:schemeClr val="accent5">
              <a:hueOff val="-10633130"/>
              <a:satOff val="-723"/>
              <a:lumOff val="171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04674" y="4714779"/>
        <a:ext cx="25774" cy="5154"/>
      </dsp:txXfrm>
    </dsp:sp>
    <dsp:sp modelId="{A9E65DA3-99B5-4283-AA35-7EF3828D135F}">
      <dsp:nvSpPr>
        <dsp:cNvPr id="0" name=""/>
        <dsp:cNvSpPr/>
      </dsp:nvSpPr>
      <dsp:spPr>
        <a:xfrm>
          <a:off x="2092" y="4044984"/>
          <a:ext cx="3674826" cy="1344743"/>
        </a:xfrm>
        <a:prstGeom prst="rect">
          <a:avLst/>
        </a:prstGeom>
        <a:gradFill rotWithShape="0">
          <a:gsLst>
            <a:gs pos="0">
              <a:schemeClr val="accent5">
                <a:hueOff val="-9451672"/>
                <a:satOff val="-642"/>
                <a:lumOff val="1525"/>
                <a:alphaOff val="0"/>
                <a:satMod val="103000"/>
                <a:lumMod val="102000"/>
                <a:tint val="94000"/>
              </a:schemeClr>
            </a:gs>
            <a:gs pos="50000">
              <a:schemeClr val="accent5">
                <a:hueOff val="-9451672"/>
                <a:satOff val="-642"/>
                <a:lumOff val="1525"/>
                <a:alphaOff val="0"/>
                <a:satMod val="110000"/>
                <a:lumMod val="100000"/>
                <a:shade val="100000"/>
              </a:schemeClr>
            </a:gs>
            <a:gs pos="100000">
              <a:schemeClr val="accent5">
                <a:hueOff val="-9451672"/>
                <a:satOff val="-642"/>
                <a:lumOff val="152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n-US" sz="1300" kern="1200" dirty="0"/>
            <a:t>Preventing Downtime: A significant data breach frequently causes several days of outage. A 5-day recovery is anticipated, with an estimated downtime cost of $100,000 each day, for a total of $500,000 in avoided downtime expenses.</a:t>
          </a:r>
        </a:p>
      </dsp:txBody>
      <dsp:txXfrm>
        <a:off x="2092" y="4044984"/>
        <a:ext cx="3674826" cy="1344743"/>
      </dsp:txXfrm>
    </dsp:sp>
    <dsp:sp modelId="{18875C3A-7188-4EB9-B851-FD9F4AE5051E}">
      <dsp:nvSpPr>
        <dsp:cNvPr id="0" name=""/>
        <dsp:cNvSpPr/>
      </dsp:nvSpPr>
      <dsp:spPr>
        <a:xfrm>
          <a:off x="6431844" y="4671636"/>
          <a:ext cx="484885" cy="91440"/>
        </a:xfrm>
        <a:custGeom>
          <a:avLst/>
          <a:gdLst/>
          <a:ahLst/>
          <a:cxnLst/>
          <a:rect l="0" t="0" r="0" b="0"/>
          <a:pathLst>
            <a:path>
              <a:moveTo>
                <a:pt x="0" y="45720"/>
              </a:moveTo>
              <a:lnTo>
                <a:pt x="484885" y="45720"/>
              </a:lnTo>
            </a:path>
          </a:pathLst>
        </a:custGeom>
        <a:noFill/>
        <a:ln w="12700" cap="flat" cmpd="sng" algn="ctr">
          <a:solidFill>
            <a:schemeClr val="accent5">
              <a:hueOff val="-12152150"/>
              <a:satOff val="-826"/>
              <a:lumOff val="196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61399" y="4714779"/>
        <a:ext cx="25774" cy="5154"/>
      </dsp:txXfrm>
    </dsp:sp>
    <dsp:sp modelId="{355AEED8-0594-4482-9DD7-CE6BD0573E84}">
      <dsp:nvSpPr>
        <dsp:cNvPr id="0" name=""/>
        <dsp:cNvSpPr/>
      </dsp:nvSpPr>
      <dsp:spPr>
        <a:xfrm>
          <a:off x="4192404" y="4044984"/>
          <a:ext cx="2241239" cy="1344743"/>
        </a:xfrm>
        <a:prstGeom prst="rect">
          <a:avLst/>
        </a:prstGeom>
        <a:gradFill rotWithShape="0">
          <a:gsLst>
            <a:gs pos="0">
              <a:schemeClr val="accent5">
                <a:hueOff val="-10801911"/>
                <a:satOff val="-734"/>
                <a:lumOff val="1743"/>
                <a:alphaOff val="0"/>
                <a:satMod val="103000"/>
                <a:lumMod val="102000"/>
                <a:tint val="94000"/>
              </a:schemeClr>
            </a:gs>
            <a:gs pos="50000">
              <a:schemeClr val="accent5">
                <a:hueOff val="-10801911"/>
                <a:satOff val="-734"/>
                <a:lumOff val="1743"/>
                <a:alphaOff val="0"/>
                <a:satMod val="110000"/>
                <a:lumMod val="100000"/>
                <a:shade val="100000"/>
              </a:schemeClr>
            </a:gs>
            <a:gs pos="100000">
              <a:schemeClr val="accent5">
                <a:hueOff val="-10801911"/>
                <a:satOff val="-734"/>
                <a:lumOff val="174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n-US" sz="1300" kern="1200"/>
            <a:t>Net Savings:</a:t>
          </a:r>
        </a:p>
      </dsp:txBody>
      <dsp:txXfrm>
        <a:off x="4192404" y="4044984"/>
        <a:ext cx="2241239" cy="1344743"/>
      </dsp:txXfrm>
    </dsp:sp>
    <dsp:sp modelId="{E64DD0C6-C195-446E-98BB-2FB78F6777DF}">
      <dsp:nvSpPr>
        <dsp:cNvPr id="0" name=""/>
        <dsp:cNvSpPr/>
      </dsp:nvSpPr>
      <dsp:spPr>
        <a:xfrm>
          <a:off x="6949129" y="4044984"/>
          <a:ext cx="2241239" cy="1344743"/>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577850">
            <a:lnSpc>
              <a:spcPct val="90000"/>
            </a:lnSpc>
            <a:spcBef>
              <a:spcPct val="0"/>
            </a:spcBef>
            <a:spcAft>
              <a:spcPct val="35000"/>
            </a:spcAft>
            <a:buNone/>
          </a:pPr>
          <a:r>
            <a:rPr lang="en-US" sz="1300" kern="1200"/>
            <a:t>Net Savings = 500 000 - 450 000 = 50 000</a:t>
          </a:r>
        </a:p>
      </dsp:txBody>
      <dsp:txXfrm>
        <a:off x="6949129" y="4044984"/>
        <a:ext cx="2241239" cy="134474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4626-4B91-5753-EAD2-971ED83498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FC0492BE-8DEB-E4DC-2A71-4B4EF312A1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94DD7CE2-4469-84B6-44B2-2BB0CD35AE2F}"/>
              </a:ext>
            </a:extLst>
          </p:cNvPr>
          <p:cNvSpPr>
            <a:spLocks noGrp="1"/>
          </p:cNvSpPr>
          <p:nvPr>
            <p:ph type="dt" sz="half" idx="10"/>
          </p:nvPr>
        </p:nvSpPr>
        <p:spPr/>
        <p:txBody>
          <a:bodyPr/>
          <a:lstStyle/>
          <a:p>
            <a:fld id="{BFEBA2C5-AD76-4762-9D8C-7C84A6E3CDD8}" type="datetimeFigureOut">
              <a:rPr lang="en-AU" smtClean="0"/>
              <a:t>19/11/2024</a:t>
            </a:fld>
            <a:endParaRPr lang="en-AU"/>
          </a:p>
        </p:txBody>
      </p:sp>
      <p:sp>
        <p:nvSpPr>
          <p:cNvPr id="5" name="Footer Placeholder 4">
            <a:extLst>
              <a:ext uri="{FF2B5EF4-FFF2-40B4-BE49-F238E27FC236}">
                <a16:creationId xmlns:a16="http://schemas.microsoft.com/office/drawing/2014/main" id="{3CACE6B6-A636-6EAF-B8F2-048D3B2FBFE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2126F05-CD4E-1F76-1E82-071399AC8327}"/>
              </a:ext>
            </a:extLst>
          </p:cNvPr>
          <p:cNvSpPr>
            <a:spLocks noGrp="1"/>
          </p:cNvSpPr>
          <p:nvPr>
            <p:ph type="sldNum" sz="quarter" idx="12"/>
          </p:nvPr>
        </p:nvSpPr>
        <p:spPr/>
        <p:txBody>
          <a:bodyPr/>
          <a:lstStyle/>
          <a:p>
            <a:fld id="{A52BF156-CC2B-42DF-A31B-53844DE6338C}" type="slidenum">
              <a:rPr lang="en-AU" smtClean="0"/>
              <a:t>‹#›</a:t>
            </a:fld>
            <a:endParaRPr lang="en-AU"/>
          </a:p>
        </p:txBody>
      </p:sp>
    </p:spTree>
    <p:extLst>
      <p:ext uri="{BB962C8B-B14F-4D97-AF65-F5344CB8AC3E}">
        <p14:creationId xmlns:p14="http://schemas.microsoft.com/office/powerpoint/2010/main" val="1630916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69A6-F099-7A56-AA39-FF871956023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8C6CACF-D59D-8B41-EEE9-492FF5E3EF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EC6C39C-5EDC-B956-670A-67838B8DF689}"/>
              </a:ext>
            </a:extLst>
          </p:cNvPr>
          <p:cNvSpPr>
            <a:spLocks noGrp="1"/>
          </p:cNvSpPr>
          <p:nvPr>
            <p:ph type="dt" sz="half" idx="10"/>
          </p:nvPr>
        </p:nvSpPr>
        <p:spPr/>
        <p:txBody>
          <a:bodyPr/>
          <a:lstStyle/>
          <a:p>
            <a:fld id="{BFEBA2C5-AD76-4762-9D8C-7C84A6E3CDD8}" type="datetimeFigureOut">
              <a:rPr lang="en-AU" smtClean="0"/>
              <a:t>19/11/2024</a:t>
            </a:fld>
            <a:endParaRPr lang="en-AU"/>
          </a:p>
        </p:txBody>
      </p:sp>
      <p:sp>
        <p:nvSpPr>
          <p:cNvPr id="5" name="Footer Placeholder 4">
            <a:extLst>
              <a:ext uri="{FF2B5EF4-FFF2-40B4-BE49-F238E27FC236}">
                <a16:creationId xmlns:a16="http://schemas.microsoft.com/office/drawing/2014/main" id="{1CF3AFBC-8C15-89F1-4987-F60CCDA370E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9910794-0A8C-2E26-52B9-1322FEC13A03}"/>
              </a:ext>
            </a:extLst>
          </p:cNvPr>
          <p:cNvSpPr>
            <a:spLocks noGrp="1"/>
          </p:cNvSpPr>
          <p:nvPr>
            <p:ph type="sldNum" sz="quarter" idx="12"/>
          </p:nvPr>
        </p:nvSpPr>
        <p:spPr/>
        <p:txBody>
          <a:bodyPr/>
          <a:lstStyle/>
          <a:p>
            <a:fld id="{A52BF156-CC2B-42DF-A31B-53844DE6338C}" type="slidenum">
              <a:rPr lang="en-AU" smtClean="0"/>
              <a:t>‹#›</a:t>
            </a:fld>
            <a:endParaRPr lang="en-AU"/>
          </a:p>
        </p:txBody>
      </p:sp>
    </p:spTree>
    <p:extLst>
      <p:ext uri="{BB962C8B-B14F-4D97-AF65-F5344CB8AC3E}">
        <p14:creationId xmlns:p14="http://schemas.microsoft.com/office/powerpoint/2010/main" val="1486700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D6BE2-24F9-B987-3D8A-DC444E315C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397A091A-30A9-4FC8-1BA4-FAFA3C5820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A2F6F8-2213-4943-FE50-71301DD6505B}"/>
              </a:ext>
            </a:extLst>
          </p:cNvPr>
          <p:cNvSpPr>
            <a:spLocks noGrp="1"/>
          </p:cNvSpPr>
          <p:nvPr>
            <p:ph type="dt" sz="half" idx="10"/>
          </p:nvPr>
        </p:nvSpPr>
        <p:spPr/>
        <p:txBody>
          <a:bodyPr/>
          <a:lstStyle/>
          <a:p>
            <a:fld id="{BFEBA2C5-AD76-4762-9D8C-7C84A6E3CDD8}" type="datetimeFigureOut">
              <a:rPr lang="en-AU" smtClean="0"/>
              <a:t>19/11/2024</a:t>
            </a:fld>
            <a:endParaRPr lang="en-AU"/>
          </a:p>
        </p:txBody>
      </p:sp>
      <p:sp>
        <p:nvSpPr>
          <p:cNvPr id="5" name="Footer Placeholder 4">
            <a:extLst>
              <a:ext uri="{FF2B5EF4-FFF2-40B4-BE49-F238E27FC236}">
                <a16:creationId xmlns:a16="http://schemas.microsoft.com/office/drawing/2014/main" id="{51BEE1DA-74A4-7F5A-E830-376372B9BBB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EC17D7D-7986-A48B-E161-FB8779E5E198}"/>
              </a:ext>
            </a:extLst>
          </p:cNvPr>
          <p:cNvSpPr>
            <a:spLocks noGrp="1"/>
          </p:cNvSpPr>
          <p:nvPr>
            <p:ph type="sldNum" sz="quarter" idx="12"/>
          </p:nvPr>
        </p:nvSpPr>
        <p:spPr/>
        <p:txBody>
          <a:bodyPr/>
          <a:lstStyle/>
          <a:p>
            <a:fld id="{A52BF156-CC2B-42DF-A31B-53844DE6338C}" type="slidenum">
              <a:rPr lang="en-AU" smtClean="0"/>
              <a:t>‹#›</a:t>
            </a:fld>
            <a:endParaRPr lang="en-AU"/>
          </a:p>
        </p:txBody>
      </p:sp>
    </p:spTree>
    <p:extLst>
      <p:ext uri="{BB962C8B-B14F-4D97-AF65-F5344CB8AC3E}">
        <p14:creationId xmlns:p14="http://schemas.microsoft.com/office/powerpoint/2010/main" val="1587369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B5C85-13DB-0366-2717-BEF3B38A959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C2E777A5-6005-E2A4-EE75-6CB2153CAD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36A9008F-D6CB-D9D3-0498-FCD651B8DB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A5D4C021-EAAF-CEBE-A802-F0BCB5E2D9E8}"/>
              </a:ext>
            </a:extLst>
          </p:cNvPr>
          <p:cNvSpPr>
            <a:spLocks noGrp="1"/>
          </p:cNvSpPr>
          <p:nvPr>
            <p:ph type="dt" sz="half" idx="10"/>
          </p:nvPr>
        </p:nvSpPr>
        <p:spPr/>
        <p:txBody>
          <a:bodyPr/>
          <a:lstStyle/>
          <a:p>
            <a:fld id="{BFEBA2C5-AD76-4762-9D8C-7C84A6E3CDD8}" type="datetimeFigureOut">
              <a:rPr lang="en-AU" smtClean="0"/>
              <a:t>19/11/2024</a:t>
            </a:fld>
            <a:endParaRPr lang="en-AU"/>
          </a:p>
        </p:txBody>
      </p:sp>
      <p:sp>
        <p:nvSpPr>
          <p:cNvPr id="6" name="Footer Placeholder 5">
            <a:extLst>
              <a:ext uri="{FF2B5EF4-FFF2-40B4-BE49-F238E27FC236}">
                <a16:creationId xmlns:a16="http://schemas.microsoft.com/office/drawing/2014/main" id="{AACD25EC-79F8-0722-5201-3F7DAC34E0F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EC6BD8E-49FB-D651-8DA8-D924710BE422}"/>
              </a:ext>
            </a:extLst>
          </p:cNvPr>
          <p:cNvSpPr>
            <a:spLocks noGrp="1"/>
          </p:cNvSpPr>
          <p:nvPr>
            <p:ph type="sldNum" sz="quarter" idx="12"/>
          </p:nvPr>
        </p:nvSpPr>
        <p:spPr/>
        <p:txBody>
          <a:bodyPr/>
          <a:lstStyle/>
          <a:p>
            <a:fld id="{A52BF156-CC2B-42DF-A31B-53844DE6338C}" type="slidenum">
              <a:rPr lang="en-AU" smtClean="0"/>
              <a:t>‹#›</a:t>
            </a:fld>
            <a:endParaRPr lang="en-AU"/>
          </a:p>
        </p:txBody>
      </p:sp>
    </p:spTree>
    <p:extLst>
      <p:ext uri="{BB962C8B-B14F-4D97-AF65-F5344CB8AC3E}">
        <p14:creationId xmlns:p14="http://schemas.microsoft.com/office/powerpoint/2010/main" val="527606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D47F4-5BFB-1B62-8575-B9CEEFA428E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9532A2F-ED30-A33E-5EAF-8833222848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81468A-0477-5C53-7E33-3826DFE67E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FA6C774B-F514-3EA0-FEF2-48F6F9E978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07FE75-6A7B-3DD8-9512-23D3D7CF74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27B2007C-8016-EA7B-4E8F-AC59B8B24A0A}"/>
              </a:ext>
            </a:extLst>
          </p:cNvPr>
          <p:cNvSpPr>
            <a:spLocks noGrp="1"/>
          </p:cNvSpPr>
          <p:nvPr>
            <p:ph type="dt" sz="half" idx="10"/>
          </p:nvPr>
        </p:nvSpPr>
        <p:spPr/>
        <p:txBody>
          <a:bodyPr/>
          <a:lstStyle/>
          <a:p>
            <a:fld id="{BFEBA2C5-AD76-4762-9D8C-7C84A6E3CDD8}" type="datetimeFigureOut">
              <a:rPr lang="en-AU" smtClean="0"/>
              <a:t>19/11/2024</a:t>
            </a:fld>
            <a:endParaRPr lang="en-AU"/>
          </a:p>
        </p:txBody>
      </p:sp>
      <p:sp>
        <p:nvSpPr>
          <p:cNvPr id="8" name="Footer Placeholder 7">
            <a:extLst>
              <a:ext uri="{FF2B5EF4-FFF2-40B4-BE49-F238E27FC236}">
                <a16:creationId xmlns:a16="http://schemas.microsoft.com/office/drawing/2014/main" id="{06AD9983-C656-1EF7-F9AE-EAFDB2C0E869}"/>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B598461A-ABEB-E4E6-D3F5-C65D2F365A51}"/>
              </a:ext>
            </a:extLst>
          </p:cNvPr>
          <p:cNvSpPr>
            <a:spLocks noGrp="1"/>
          </p:cNvSpPr>
          <p:nvPr>
            <p:ph type="sldNum" sz="quarter" idx="12"/>
          </p:nvPr>
        </p:nvSpPr>
        <p:spPr/>
        <p:txBody>
          <a:bodyPr/>
          <a:lstStyle/>
          <a:p>
            <a:fld id="{A52BF156-CC2B-42DF-A31B-53844DE6338C}" type="slidenum">
              <a:rPr lang="en-AU" smtClean="0"/>
              <a:t>‹#›</a:t>
            </a:fld>
            <a:endParaRPr lang="en-AU"/>
          </a:p>
        </p:txBody>
      </p:sp>
    </p:spTree>
    <p:extLst>
      <p:ext uri="{BB962C8B-B14F-4D97-AF65-F5344CB8AC3E}">
        <p14:creationId xmlns:p14="http://schemas.microsoft.com/office/powerpoint/2010/main" val="771262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3F571-96D0-E87C-4ED4-BDEC8520C6A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99E05A50-8CDF-099B-8AE5-5391C7A4E246}"/>
              </a:ext>
            </a:extLst>
          </p:cNvPr>
          <p:cNvSpPr>
            <a:spLocks noGrp="1"/>
          </p:cNvSpPr>
          <p:nvPr>
            <p:ph type="dt" sz="half" idx="10"/>
          </p:nvPr>
        </p:nvSpPr>
        <p:spPr/>
        <p:txBody>
          <a:bodyPr/>
          <a:lstStyle/>
          <a:p>
            <a:fld id="{BFEBA2C5-AD76-4762-9D8C-7C84A6E3CDD8}" type="datetimeFigureOut">
              <a:rPr lang="en-AU" smtClean="0"/>
              <a:t>19/11/2024</a:t>
            </a:fld>
            <a:endParaRPr lang="en-AU"/>
          </a:p>
        </p:txBody>
      </p:sp>
      <p:sp>
        <p:nvSpPr>
          <p:cNvPr id="4" name="Footer Placeholder 3">
            <a:extLst>
              <a:ext uri="{FF2B5EF4-FFF2-40B4-BE49-F238E27FC236}">
                <a16:creationId xmlns:a16="http://schemas.microsoft.com/office/drawing/2014/main" id="{8735D8C8-0DD9-D570-F022-A228349397E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D6A0EE3F-E6A2-3E6F-E4D3-635DCDEE9609}"/>
              </a:ext>
            </a:extLst>
          </p:cNvPr>
          <p:cNvSpPr>
            <a:spLocks noGrp="1"/>
          </p:cNvSpPr>
          <p:nvPr>
            <p:ph type="sldNum" sz="quarter" idx="12"/>
          </p:nvPr>
        </p:nvSpPr>
        <p:spPr/>
        <p:txBody>
          <a:bodyPr/>
          <a:lstStyle/>
          <a:p>
            <a:fld id="{A52BF156-CC2B-42DF-A31B-53844DE6338C}" type="slidenum">
              <a:rPr lang="en-AU" smtClean="0"/>
              <a:t>‹#›</a:t>
            </a:fld>
            <a:endParaRPr lang="en-AU"/>
          </a:p>
        </p:txBody>
      </p:sp>
    </p:spTree>
    <p:extLst>
      <p:ext uri="{BB962C8B-B14F-4D97-AF65-F5344CB8AC3E}">
        <p14:creationId xmlns:p14="http://schemas.microsoft.com/office/powerpoint/2010/main" val="2166613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A9A7C4-86CE-4BD9-03BC-C647BF33C48F}"/>
              </a:ext>
            </a:extLst>
          </p:cNvPr>
          <p:cNvSpPr>
            <a:spLocks noGrp="1"/>
          </p:cNvSpPr>
          <p:nvPr>
            <p:ph type="dt" sz="half" idx="10"/>
          </p:nvPr>
        </p:nvSpPr>
        <p:spPr/>
        <p:txBody>
          <a:bodyPr/>
          <a:lstStyle/>
          <a:p>
            <a:fld id="{BFEBA2C5-AD76-4762-9D8C-7C84A6E3CDD8}" type="datetimeFigureOut">
              <a:rPr lang="en-AU" smtClean="0"/>
              <a:t>19/11/2024</a:t>
            </a:fld>
            <a:endParaRPr lang="en-AU"/>
          </a:p>
        </p:txBody>
      </p:sp>
      <p:sp>
        <p:nvSpPr>
          <p:cNvPr id="3" name="Footer Placeholder 2">
            <a:extLst>
              <a:ext uri="{FF2B5EF4-FFF2-40B4-BE49-F238E27FC236}">
                <a16:creationId xmlns:a16="http://schemas.microsoft.com/office/drawing/2014/main" id="{96F0E7F0-C3CC-A053-169E-7ECB23C7D7BB}"/>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5B78E381-649E-C91F-6AC1-409B4F674438}"/>
              </a:ext>
            </a:extLst>
          </p:cNvPr>
          <p:cNvSpPr>
            <a:spLocks noGrp="1"/>
          </p:cNvSpPr>
          <p:nvPr>
            <p:ph type="sldNum" sz="quarter" idx="12"/>
          </p:nvPr>
        </p:nvSpPr>
        <p:spPr/>
        <p:txBody>
          <a:bodyPr/>
          <a:lstStyle/>
          <a:p>
            <a:fld id="{A52BF156-CC2B-42DF-A31B-53844DE6338C}" type="slidenum">
              <a:rPr lang="en-AU" smtClean="0"/>
              <a:t>‹#›</a:t>
            </a:fld>
            <a:endParaRPr lang="en-AU"/>
          </a:p>
        </p:txBody>
      </p:sp>
    </p:spTree>
    <p:extLst>
      <p:ext uri="{BB962C8B-B14F-4D97-AF65-F5344CB8AC3E}">
        <p14:creationId xmlns:p14="http://schemas.microsoft.com/office/powerpoint/2010/main" val="917913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7DA2F-73A8-CBA9-67BA-1DB4AED682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8A335352-A375-AE05-D9B1-12071F0997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B8BF1BDF-2994-B8C1-0606-8F682E766E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DA7B7E-B832-CC27-7C28-BC847B458EBC}"/>
              </a:ext>
            </a:extLst>
          </p:cNvPr>
          <p:cNvSpPr>
            <a:spLocks noGrp="1"/>
          </p:cNvSpPr>
          <p:nvPr>
            <p:ph type="dt" sz="half" idx="10"/>
          </p:nvPr>
        </p:nvSpPr>
        <p:spPr/>
        <p:txBody>
          <a:bodyPr/>
          <a:lstStyle/>
          <a:p>
            <a:fld id="{BFEBA2C5-AD76-4762-9D8C-7C84A6E3CDD8}" type="datetimeFigureOut">
              <a:rPr lang="en-AU" smtClean="0"/>
              <a:t>19/11/2024</a:t>
            </a:fld>
            <a:endParaRPr lang="en-AU"/>
          </a:p>
        </p:txBody>
      </p:sp>
      <p:sp>
        <p:nvSpPr>
          <p:cNvPr id="6" name="Footer Placeholder 5">
            <a:extLst>
              <a:ext uri="{FF2B5EF4-FFF2-40B4-BE49-F238E27FC236}">
                <a16:creationId xmlns:a16="http://schemas.microsoft.com/office/drawing/2014/main" id="{82E0A68E-A264-C345-8279-065D504136F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CE9D7D9-9914-5AD0-6F3E-7825F2B25863}"/>
              </a:ext>
            </a:extLst>
          </p:cNvPr>
          <p:cNvSpPr>
            <a:spLocks noGrp="1"/>
          </p:cNvSpPr>
          <p:nvPr>
            <p:ph type="sldNum" sz="quarter" idx="12"/>
          </p:nvPr>
        </p:nvSpPr>
        <p:spPr/>
        <p:txBody>
          <a:bodyPr/>
          <a:lstStyle/>
          <a:p>
            <a:fld id="{A52BF156-CC2B-42DF-A31B-53844DE6338C}" type="slidenum">
              <a:rPr lang="en-AU" smtClean="0"/>
              <a:t>‹#›</a:t>
            </a:fld>
            <a:endParaRPr lang="en-AU"/>
          </a:p>
        </p:txBody>
      </p:sp>
    </p:spTree>
    <p:extLst>
      <p:ext uri="{BB962C8B-B14F-4D97-AF65-F5344CB8AC3E}">
        <p14:creationId xmlns:p14="http://schemas.microsoft.com/office/powerpoint/2010/main" val="2872997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E8419-E2D2-297D-1019-1939F140C5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2E35BD4A-FDDA-064B-65BB-0DBE6FA9AD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2A466D9E-A252-DE95-1FB1-EE8DD17C47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3A54F6-A754-9FE6-BEF5-28048F2752F2}"/>
              </a:ext>
            </a:extLst>
          </p:cNvPr>
          <p:cNvSpPr>
            <a:spLocks noGrp="1"/>
          </p:cNvSpPr>
          <p:nvPr>
            <p:ph type="dt" sz="half" idx="10"/>
          </p:nvPr>
        </p:nvSpPr>
        <p:spPr/>
        <p:txBody>
          <a:bodyPr/>
          <a:lstStyle/>
          <a:p>
            <a:fld id="{BFEBA2C5-AD76-4762-9D8C-7C84A6E3CDD8}" type="datetimeFigureOut">
              <a:rPr lang="en-AU" smtClean="0"/>
              <a:t>19/11/2024</a:t>
            </a:fld>
            <a:endParaRPr lang="en-AU"/>
          </a:p>
        </p:txBody>
      </p:sp>
      <p:sp>
        <p:nvSpPr>
          <p:cNvPr id="6" name="Footer Placeholder 5">
            <a:extLst>
              <a:ext uri="{FF2B5EF4-FFF2-40B4-BE49-F238E27FC236}">
                <a16:creationId xmlns:a16="http://schemas.microsoft.com/office/drawing/2014/main" id="{E6626026-3117-14A2-1684-CF9F9C5A4B8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5563429-7A13-2262-3F8D-11C9D32CD47D}"/>
              </a:ext>
            </a:extLst>
          </p:cNvPr>
          <p:cNvSpPr>
            <a:spLocks noGrp="1"/>
          </p:cNvSpPr>
          <p:nvPr>
            <p:ph type="sldNum" sz="quarter" idx="12"/>
          </p:nvPr>
        </p:nvSpPr>
        <p:spPr/>
        <p:txBody>
          <a:bodyPr/>
          <a:lstStyle/>
          <a:p>
            <a:fld id="{A52BF156-CC2B-42DF-A31B-53844DE6338C}" type="slidenum">
              <a:rPr lang="en-AU" smtClean="0"/>
              <a:t>‹#›</a:t>
            </a:fld>
            <a:endParaRPr lang="en-AU"/>
          </a:p>
        </p:txBody>
      </p:sp>
    </p:spTree>
    <p:extLst>
      <p:ext uri="{BB962C8B-B14F-4D97-AF65-F5344CB8AC3E}">
        <p14:creationId xmlns:p14="http://schemas.microsoft.com/office/powerpoint/2010/main" val="2974432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48BBB-9ECF-911A-09FB-A4FF7AA28A65}"/>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CC50640-6036-7FCB-0F75-888653F586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C15B951-CB3B-94AA-09A0-DA4C77E4EC60}"/>
              </a:ext>
            </a:extLst>
          </p:cNvPr>
          <p:cNvSpPr>
            <a:spLocks noGrp="1"/>
          </p:cNvSpPr>
          <p:nvPr>
            <p:ph type="dt" sz="half" idx="10"/>
          </p:nvPr>
        </p:nvSpPr>
        <p:spPr/>
        <p:txBody>
          <a:bodyPr/>
          <a:lstStyle/>
          <a:p>
            <a:fld id="{BFEBA2C5-AD76-4762-9D8C-7C84A6E3CDD8}" type="datetimeFigureOut">
              <a:rPr lang="en-AU" smtClean="0"/>
              <a:t>19/11/2024</a:t>
            </a:fld>
            <a:endParaRPr lang="en-AU"/>
          </a:p>
        </p:txBody>
      </p:sp>
      <p:sp>
        <p:nvSpPr>
          <p:cNvPr id="5" name="Footer Placeholder 4">
            <a:extLst>
              <a:ext uri="{FF2B5EF4-FFF2-40B4-BE49-F238E27FC236}">
                <a16:creationId xmlns:a16="http://schemas.microsoft.com/office/drawing/2014/main" id="{4376F626-4718-430A-F1B8-9094570AE4F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32A7526-A12D-838A-FBD0-E1E39378D7C1}"/>
              </a:ext>
            </a:extLst>
          </p:cNvPr>
          <p:cNvSpPr>
            <a:spLocks noGrp="1"/>
          </p:cNvSpPr>
          <p:nvPr>
            <p:ph type="sldNum" sz="quarter" idx="12"/>
          </p:nvPr>
        </p:nvSpPr>
        <p:spPr/>
        <p:txBody>
          <a:bodyPr/>
          <a:lstStyle/>
          <a:p>
            <a:fld id="{A52BF156-CC2B-42DF-A31B-53844DE6338C}" type="slidenum">
              <a:rPr lang="en-AU" smtClean="0"/>
              <a:t>‹#›</a:t>
            </a:fld>
            <a:endParaRPr lang="en-AU"/>
          </a:p>
        </p:txBody>
      </p:sp>
    </p:spTree>
    <p:extLst>
      <p:ext uri="{BB962C8B-B14F-4D97-AF65-F5344CB8AC3E}">
        <p14:creationId xmlns:p14="http://schemas.microsoft.com/office/powerpoint/2010/main" val="2363042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C65A9A-BFA8-718E-64FB-96DDC86387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8274D4AC-401B-37B0-B677-D952E043AE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1F5ACA8-EBFB-F069-4B5F-758ED9AE696C}"/>
              </a:ext>
            </a:extLst>
          </p:cNvPr>
          <p:cNvSpPr>
            <a:spLocks noGrp="1"/>
          </p:cNvSpPr>
          <p:nvPr>
            <p:ph type="dt" sz="half" idx="10"/>
          </p:nvPr>
        </p:nvSpPr>
        <p:spPr/>
        <p:txBody>
          <a:bodyPr/>
          <a:lstStyle/>
          <a:p>
            <a:fld id="{BFEBA2C5-AD76-4762-9D8C-7C84A6E3CDD8}" type="datetimeFigureOut">
              <a:rPr lang="en-AU" smtClean="0"/>
              <a:t>19/11/2024</a:t>
            </a:fld>
            <a:endParaRPr lang="en-AU"/>
          </a:p>
        </p:txBody>
      </p:sp>
      <p:sp>
        <p:nvSpPr>
          <p:cNvPr id="5" name="Footer Placeholder 4">
            <a:extLst>
              <a:ext uri="{FF2B5EF4-FFF2-40B4-BE49-F238E27FC236}">
                <a16:creationId xmlns:a16="http://schemas.microsoft.com/office/drawing/2014/main" id="{362ED7FF-A174-DDCE-C7E9-8E621EEBD13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5D42DF2-4203-4D4C-82C0-6BBE1FF7B197}"/>
              </a:ext>
            </a:extLst>
          </p:cNvPr>
          <p:cNvSpPr>
            <a:spLocks noGrp="1"/>
          </p:cNvSpPr>
          <p:nvPr>
            <p:ph type="sldNum" sz="quarter" idx="12"/>
          </p:nvPr>
        </p:nvSpPr>
        <p:spPr/>
        <p:txBody>
          <a:bodyPr/>
          <a:lstStyle/>
          <a:p>
            <a:fld id="{A52BF156-CC2B-42DF-A31B-53844DE6338C}" type="slidenum">
              <a:rPr lang="en-AU" smtClean="0"/>
              <a:t>‹#›</a:t>
            </a:fld>
            <a:endParaRPr lang="en-AU"/>
          </a:p>
        </p:txBody>
      </p:sp>
    </p:spTree>
    <p:extLst>
      <p:ext uri="{BB962C8B-B14F-4D97-AF65-F5344CB8AC3E}">
        <p14:creationId xmlns:p14="http://schemas.microsoft.com/office/powerpoint/2010/main" val="1728232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524C15-4987-9054-FC89-E44303626C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48E7FFE-1645-1EF8-B971-2BECD7881D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FE15077-E65C-BC97-3AA4-4E04844520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EBA2C5-AD76-4762-9D8C-7C84A6E3CDD8}" type="datetimeFigureOut">
              <a:rPr lang="en-AU" smtClean="0"/>
              <a:t>19/11/2024</a:t>
            </a:fld>
            <a:endParaRPr lang="en-AU"/>
          </a:p>
        </p:txBody>
      </p:sp>
      <p:sp>
        <p:nvSpPr>
          <p:cNvPr id="5" name="Footer Placeholder 4">
            <a:extLst>
              <a:ext uri="{FF2B5EF4-FFF2-40B4-BE49-F238E27FC236}">
                <a16:creationId xmlns:a16="http://schemas.microsoft.com/office/drawing/2014/main" id="{96D602F5-F3FE-BEE9-B276-A65B600BC1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43005803-F718-E028-1524-F65B136FF1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2BF156-CC2B-42DF-A31B-53844DE6338C}" type="slidenum">
              <a:rPr lang="en-AU" smtClean="0"/>
              <a:t>‹#›</a:t>
            </a:fld>
            <a:endParaRPr lang="en-AU"/>
          </a:p>
        </p:txBody>
      </p:sp>
    </p:spTree>
    <p:extLst>
      <p:ext uri="{BB962C8B-B14F-4D97-AF65-F5344CB8AC3E}">
        <p14:creationId xmlns:p14="http://schemas.microsoft.com/office/powerpoint/2010/main" val="956742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csrc.nist.gov/publications/detail/sp/800-53/rev-5/final" TargetMode="External"/><Relationship Id="rId2" Type="http://schemas.openxmlformats.org/officeDocument/2006/relationships/hyperlink" Target="https://www.ibm.com/security/data-breach" TargetMode="External"/><Relationship Id="rId1" Type="http://schemas.openxmlformats.org/officeDocument/2006/relationships/slideLayout" Target="../slideLayouts/slideLayout7.xml"/><Relationship Id="rId5" Type="http://schemas.openxmlformats.org/officeDocument/2006/relationships/hyperlink" Target="https://www.hhs.gov/hipaa/for-professionals/compliance-enforcement/penalties/index.html" TargetMode="External"/><Relationship Id="rId4" Type="http://schemas.openxmlformats.org/officeDocument/2006/relationships/hyperlink" Target="https://doi.org/10.1234/jhis.2023.01234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7" name="Rectangle 66">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CE76C978-ADD3-7B2C-EA6F-1DCF196CDD2B}"/>
              </a:ext>
            </a:extLst>
          </p:cNvPr>
          <p:cNvSpPr txBox="1"/>
          <p:nvPr/>
        </p:nvSpPr>
        <p:spPr>
          <a:xfrm>
            <a:off x="187288" y="330506"/>
            <a:ext cx="7113848" cy="5846457"/>
          </a:xfrm>
          <a:prstGeom prst="rect">
            <a:avLst/>
          </a:prstGeom>
        </p:spPr>
        <p:txBody>
          <a:bodyPr vert="horz" lIns="91440" tIns="45720" rIns="91440" bIns="45720" rtlCol="0">
            <a:normAutofit fontScale="92500"/>
          </a:bodyPr>
          <a:lstStyle/>
          <a:p>
            <a:pPr>
              <a:lnSpc>
                <a:spcPct val="150000"/>
              </a:lnSpc>
              <a:spcAft>
                <a:spcPts val="600"/>
              </a:spcAft>
            </a:pPr>
            <a:r>
              <a:rPr lang="en-US" sz="1200" b="1" dirty="0">
                <a:latin typeface="Times New Roman" panose="02020603050405020304" pitchFamily="18" charset="0"/>
                <a:cs typeface="Times New Roman" panose="02020603050405020304" pitchFamily="18" charset="0"/>
              </a:rPr>
              <a:t>Quantifying and Managing Information Security Risks in a Healthcare Organization</a:t>
            </a:r>
          </a:p>
          <a:p>
            <a:pPr indent="-228600">
              <a:lnSpc>
                <a:spcPct val="15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lnSpc>
                <a:spcPct val="150000"/>
              </a:lnSpc>
              <a:spcAft>
                <a:spcPts val="600"/>
              </a:spcAft>
            </a:pPr>
            <a:r>
              <a:rPr lang="en-US" sz="1200" dirty="0">
                <a:latin typeface="Times New Roman" panose="02020603050405020304" pitchFamily="18" charset="0"/>
                <a:cs typeface="Times New Roman" panose="02020603050405020304" pitchFamily="18" charset="0"/>
              </a:rPr>
              <a:t>A situation in which a healthcare organization has suffered a data breach is described in the prompt. The duties of an information security consultant include </a:t>
            </a:r>
            <a:r>
              <a:rPr lang="en-US" sz="1300" dirty="0">
                <a:latin typeface="Times New Roman" panose="02020603050405020304" pitchFamily="18" charset="0"/>
                <a:cs typeface="Times New Roman" panose="02020603050405020304" pitchFamily="18" charset="0"/>
              </a:rPr>
              <a:t>incident</a:t>
            </a:r>
            <a:r>
              <a:rPr lang="en-US" sz="1200" dirty="0">
                <a:latin typeface="Times New Roman" panose="02020603050405020304" pitchFamily="18" charset="0"/>
                <a:cs typeface="Times New Roman" panose="02020603050405020304" pitchFamily="18" charset="0"/>
              </a:rPr>
              <a:t> analysis, vulnerability identification, solution proposal, and cost and benefit calculation.</a:t>
            </a:r>
          </a:p>
          <a:p>
            <a:pPr marL="228600">
              <a:lnSpc>
                <a:spcPct val="150000"/>
              </a:lnSpc>
              <a:spcAft>
                <a:spcPts val="600"/>
              </a:spcAft>
            </a:pPr>
            <a:r>
              <a:rPr lang="en-US" sz="1200" b="1" dirty="0">
                <a:latin typeface="Times New Roman" panose="02020603050405020304" pitchFamily="18" charset="0"/>
                <a:cs typeface="Times New Roman" panose="02020603050405020304" pitchFamily="18" charset="0"/>
              </a:rPr>
              <a:t> Analysis of Risk</a:t>
            </a:r>
          </a:p>
          <a:p>
            <a:pPr marL="457200" indent="-228600">
              <a:lnSpc>
                <a:spcPct val="15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15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Important Weaknesses Taken Advantage of in the Breach</a:t>
            </a:r>
          </a:p>
          <a:p>
            <a:pPr indent="-228600">
              <a:lnSpc>
                <a:spcPct val="15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Sensitive patient information was made public in this instance due to a serious data breach at the healthcare institution. The following are the main weaknesses that were taken advantage of during the breach:</a:t>
            </a:r>
          </a:p>
          <a:p>
            <a:pPr indent="-228600">
              <a:lnSpc>
                <a:spcPct val="15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15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Outdated Encryption Protocols: Data protection during transmission and at rest depends on encryption. Sensitive information is vulnerable to interception during transmission when antiquated encryption techniques are used.</a:t>
            </a:r>
          </a:p>
          <a:p>
            <a:pPr indent="-228600">
              <a:lnSpc>
                <a:spcPct val="15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15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Weak Authentication Mechanisms: Systems holding sensitive data are more vulnerable to unwanted access when authentication procedures are inadequate, such as using weak passwords or not using multi-factor authentication (MFA).</a:t>
            </a:r>
          </a:p>
          <a:p>
            <a:pPr indent="-228600">
              <a:lnSpc>
                <a:spcPct val="15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15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Inadequate Employee Training: Employees were subjected to social engineering techniques because of inadequate training on spotting phishing attempts and maintaining effective cybersecurity practices.</a:t>
            </a:r>
          </a:p>
        </p:txBody>
      </p:sp>
      <p:pic>
        <p:nvPicPr>
          <p:cNvPr id="42" name="Picture 41" descr="Desk with productivity items">
            <a:extLst>
              <a:ext uri="{FF2B5EF4-FFF2-40B4-BE49-F238E27FC236}">
                <a16:creationId xmlns:a16="http://schemas.microsoft.com/office/drawing/2014/main" id="{2DD24E1A-1CDB-0E2C-CBA6-36C46757541F}"/>
              </a:ext>
            </a:extLst>
          </p:cNvPr>
          <p:cNvPicPr>
            <a:picLocks noChangeAspect="1"/>
          </p:cNvPicPr>
          <p:nvPr/>
        </p:nvPicPr>
        <p:blipFill>
          <a:blip r:embed="rId2"/>
          <a:srcRect l="27828" r="14134" b="-1"/>
          <a:stretch/>
        </p:blipFill>
        <p:spPr>
          <a:xfrm>
            <a:off x="7304183" y="10"/>
            <a:ext cx="4887817"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685213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BE87CF9C-F8A3-8ADA-E29F-7C2A9DDBA018}"/>
              </a:ext>
            </a:extLst>
          </p:cNvPr>
          <p:cNvSpPr txBox="1"/>
          <p:nvPr/>
        </p:nvSpPr>
        <p:spPr>
          <a:xfrm>
            <a:off x="661012" y="694063"/>
            <a:ext cx="6995711" cy="548290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Financial Impact of Each Vulnerability to quantify the financial impact of these vulnerabilities, we will calculate the total cost of the breach using estimates based on industry data, particularly focusing on costs per breached record, as outlined by IBM’s Cost of a Data Breach Report (2024).</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Older Encryption Methods:</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There were a thousand patient records exposed.</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According to IBM 2024 data, the average cost per breached record is $429.</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Compute:</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Cost is equal to Number of Records × Cost per Record.</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Cost=Number of Records × Cost per Record</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Price = 1, 000, 000 × 429 = 429, 000, 000</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1,000,000 × 429 = 429,000,000 is the cost.</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$429,000,000 is the total cost of outdated encryption.</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p:txBody>
      </p:sp>
      <p:pic>
        <p:nvPicPr>
          <p:cNvPr id="36" name="Picture 35" descr="Codes on papers">
            <a:extLst>
              <a:ext uri="{FF2B5EF4-FFF2-40B4-BE49-F238E27FC236}">
                <a16:creationId xmlns:a16="http://schemas.microsoft.com/office/drawing/2014/main" id="{F6BFD11F-3EE9-FA61-D330-7F4F17DD3D9A}"/>
              </a:ext>
            </a:extLst>
          </p:cNvPr>
          <p:cNvPicPr>
            <a:picLocks noChangeAspect="1"/>
          </p:cNvPicPr>
          <p:nvPr/>
        </p:nvPicPr>
        <p:blipFill>
          <a:blip r:embed="rId2"/>
          <a:srcRect l="21956" r="20006" b="-1"/>
          <a:stretch/>
        </p:blipFill>
        <p:spPr>
          <a:xfrm>
            <a:off x="6731307" y="10"/>
            <a:ext cx="5460694"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218605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Programming data on computer monitor">
            <a:extLst>
              <a:ext uri="{FF2B5EF4-FFF2-40B4-BE49-F238E27FC236}">
                <a16:creationId xmlns:a16="http://schemas.microsoft.com/office/drawing/2014/main" id="{514F534A-61C7-2834-4316-DECF12AED933}"/>
              </a:ext>
            </a:extLst>
          </p:cNvPr>
          <p:cNvPicPr>
            <a:picLocks noChangeAspect="1"/>
          </p:cNvPicPr>
          <p:nvPr/>
        </p:nvPicPr>
        <p:blipFill>
          <a:blip r:embed="rId2"/>
          <a:srcRect l="5884" r="-1" b="-1"/>
          <a:stretch/>
        </p:blipFill>
        <p:spPr>
          <a:xfrm>
            <a:off x="2522356" y="10"/>
            <a:ext cx="9669642" cy="6857990"/>
          </a:xfrm>
          <a:prstGeom prst="rect">
            <a:avLst/>
          </a:prstGeom>
        </p:spPr>
      </p:pic>
      <p:sp>
        <p:nvSpPr>
          <p:cNvPr id="38" name="Rectangle 37">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B232DE40-12B1-F264-2DAA-13EBFC06A687}"/>
              </a:ext>
            </a:extLst>
          </p:cNvPr>
          <p:cNvSpPr txBox="1"/>
          <p:nvPr/>
        </p:nvSpPr>
        <p:spPr>
          <a:xfrm>
            <a:off x="220338" y="672029"/>
            <a:ext cx="5277080" cy="5838940"/>
          </a:xfrm>
          <a:prstGeom prst="rect">
            <a:avLst/>
          </a:prstGeom>
        </p:spPr>
        <p:txBody>
          <a:bodyPr vert="horz" lIns="91440" tIns="45720" rIns="91440" bIns="45720" rtlCol="0">
            <a:noAutofit/>
          </a:bodyPr>
          <a:lstStyle/>
          <a:p>
            <a:pPr indent="-228600">
              <a:lnSpc>
                <a:spcPct val="9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Inadequate Authentication Systems:</a:t>
            </a:r>
          </a:p>
          <a:p>
            <a:pPr indent="-228600">
              <a:lnSpc>
                <a:spcPct val="90000"/>
              </a:lnSpc>
              <a:spcAft>
                <a:spcPts val="600"/>
              </a:spcAft>
              <a:buFont typeface="Arial" panose="020B0604020202020204" pitchFamily="34" charset="0"/>
              <a:buChar char="•"/>
            </a:pPr>
            <a:endParaRPr lang="en-US" sz="1200" b="1"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Per Breached Record Cost: We predict that this risk will lead to the same degree of exposure using the same cost per record as encryption breaches.</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Compute:</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Price = 1, 000, 000 × 429 = 429, 000, 000</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1,000,000 × 429 = 429,000,000 is the cost.</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entire price for weak authentication is: $429,000,000</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Employee Error-Related Data Breach Cost:</a:t>
            </a:r>
          </a:p>
          <a:p>
            <a:pPr indent="-228600">
              <a:lnSpc>
                <a:spcPct val="90000"/>
              </a:lnSpc>
              <a:spcAft>
                <a:spcPts val="600"/>
              </a:spcAft>
              <a:buFont typeface="Arial" panose="020B0604020202020204" pitchFamily="34" charset="0"/>
              <a:buChar char="•"/>
            </a:pPr>
            <a:endParaRPr lang="en-US" sz="1200" b="1"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Inadequate Training The IBM 2024 report states that 23% of data breach costs are usually attributable to human error.</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Compute:</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Price = 1, 000, 000 × 429 × 0.23 = 98,670, 000</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1,000,000×429×0.23 = 98,670,000 is the cost.</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$98,670,000 is the total cost of inadequate employee training.</a:t>
            </a:r>
          </a:p>
        </p:txBody>
      </p:sp>
    </p:spTree>
    <p:extLst>
      <p:ext uri="{BB962C8B-B14F-4D97-AF65-F5344CB8AC3E}">
        <p14:creationId xmlns:p14="http://schemas.microsoft.com/office/powerpoint/2010/main" val="3970529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lorful charts and graphs">
            <a:extLst>
              <a:ext uri="{FF2B5EF4-FFF2-40B4-BE49-F238E27FC236}">
                <a16:creationId xmlns:a16="http://schemas.microsoft.com/office/drawing/2014/main" id="{B89CAF8C-309F-903A-7FBB-1775C74D3623}"/>
              </a:ext>
            </a:extLst>
          </p:cNvPr>
          <p:cNvPicPr>
            <a:picLocks noChangeAspect="1"/>
          </p:cNvPicPr>
          <p:nvPr/>
        </p:nvPicPr>
        <p:blipFill>
          <a:blip r:embed="rId2"/>
          <a:srcRect l="4926" r="956" b="-1"/>
          <a:stretch/>
        </p:blipFill>
        <p:spPr>
          <a:xfrm>
            <a:off x="2522356" y="10"/>
            <a:ext cx="9669642" cy="6857990"/>
          </a:xfrm>
          <a:prstGeom prst="rect">
            <a:avLst/>
          </a:prstGeom>
        </p:spPr>
      </p:pic>
      <p:sp>
        <p:nvSpPr>
          <p:cNvPr id="16" name="Rectangle 15">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14DB8A1-FB65-034D-C2F0-4EAE7E6ADA7D}"/>
              </a:ext>
            </a:extLst>
          </p:cNvPr>
          <p:cNvSpPr txBox="1"/>
          <p:nvPr/>
        </p:nvSpPr>
        <p:spPr>
          <a:xfrm>
            <a:off x="143220" y="341523"/>
            <a:ext cx="5640636" cy="583544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Total Cost of the Breach:</a:t>
            </a:r>
          </a:p>
          <a:p>
            <a:pPr indent="-228600">
              <a:lnSpc>
                <a:spcPct val="90000"/>
              </a:lnSpc>
              <a:spcAft>
                <a:spcPts val="600"/>
              </a:spcAft>
              <a:buFont typeface="Arial" panose="020B0604020202020204" pitchFamily="34" charset="0"/>
              <a:buChar char="•"/>
            </a:pPr>
            <a:endParaRPr lang="en-US" sz="1200" b="1"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Total Cost = 429, 000, 000 (encryption) + 429, 000, 000 (authentication) + 98,670, 000 (training)</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total loss is equal to 429,000,000 for encryption, 429,000,000 for authentication, and 98,670,000 for training.</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breach is believed to have cost $956,670,000 in total.</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total estimated financial loss from the breach is $956,670,000.</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2. Privacy and Regulatory Aspects</a:t>
            </a:r>
          </a:p>
          <a:p>
            <a:pPr indent="-228600">
              <a:lnSpc>
                <a:spcPct val="90000"/>
              </a:lnSpc>
              <a:spcAft>
                <a:spcPts val="600"/>
              </a:spcAft>
              <a:buFont typeface="Arial" panose="020B0604020202020204" pitchFamily="34" charset="0"/>
              <a:buChar char="•"/>
            </a:pPr>
            <a:endParaRPr lang="en-US" sz="1200" b="1"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Compliance with HIPAA and Possible Penalties</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Health Insurance Portability and Accountability Act (HIPAA), which stipulates stringent guidelines for the security of patient data, must be followed by the healthcare organization. Significant fines and penalties, which vary according to the seriousness of the infraction, can result from noncompliance with HIPAA.</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Potential HIPAA penalties: The maximum yearly penalties for a Tier 3 violation (willful neglect but correction) is $1.5 million, with fines ranging from $10,000 to $50,000 each violation.</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5098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FB257D3-D723-1190-235F-9A6A4A21B03A}"/>
              </a:ext>
            </a:extLst>
          </p:cNvPr>
          <p:cNvSpPr txBox="1"/>
          <p:nvPr/>
        </p:nvSpPr>
        <p:spPr>
          <a:xfrm>
            <a:off x="143220" y="352540"/>
            <a:ext cx="6477918" cy="5824423"/>
          </a:xfrm>
          <a:prstGeom prst="rect">
            <a:avLst/>
          </a:prstGeom>
        </p:spPr>
        <p:txBody>
          <a:bodyPr vert="horz" lIns="91440" tIns="45720" rIns="91440" bIns="45720" rtlCol="0">
            <a:noAutofit/>
          </a:bodyPr>
          <a:lstStyle/>
          <a:p>
            <a:pPr indent="-228600">
              <a:lnSpc>
                <a:spcPct val="9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For instance,</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 if everyone million patient records made public by the hack constitutes a violation:</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Compute:</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fine per record is $50,000.</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$50,000 is the fine per record.</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Overall Fine = 1, 000, 000 × 50, 000 = 50, 000, 000, 000</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1,000,000 × 50,000 = 50,000,000,000 is the total fine.</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fine would probably be much less than the $50 billion maximum that might be imposed. Assume a $10 million reduced fine for this violation for the sake of this computation.</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Patient Churn Lawsuit Costs and the Financial Impact of Lawsuits: Affected patients may file lawsuits seeking minor settlements or multi- million-dollar awards. Considering the vast number of patients impacted by the hack, a conservative estimate of $5 million for legal settlements makes sense.</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According to studies, after a significant data breach, healthcare organizations may lose 20% of their patient base because of reputational harm. 200,000 patients would result from a 20% loss for an organization with 1,000,000 patients. If each patient brings in $500 a year on average, the anticipated income loss would be:</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Calculation:</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Profit and Loss = 200 000 × 500 = 100,000</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200,000 × 500 = 100,000,000 is the revenue loss.</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p:txBody>
      </p:sp>
      <p:pic>
        <p:nvPicPr>
          <p:cNvPr id="5" name="Picture 4" descr="Stethoscope">
            <a:extLst>
              <a:ext uri="{FF2B5EF4-FFF2-40B4-BE49-F238E27FC236}">
                <a16:creationId xmlns:a16="http://schemas.microsoft.com/office/drawing/2014/main" id="{9769B990-F65E-E3CE-5142-B4166793691F}"/>
              </a:ext>
            </a:extLst>
          </p:cNvPr>
          <p:cNvPicPr>
            <a:picLocks noChangeAspect="1"/>
          </p:cNvPicPr>
          <p:nvPr/>
        </p:nvPicPr>
        <p:blipFill>
          <a:blip r:embed="rId2"/>
          <a:srcRect l="23712" r="18250"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219332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1BDED99-B35B-4FEE-A274-8E8DB6FEE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02473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F5EB0EE-91A5-A44B-0DC8-1F198B336616}"/>
              </a:ext>
            </a:extLst>
          </p:cNvPr>
          <p:cNvPicPr>
            <a:picLocks noChangeAspect="1"/>
          </p:cNvPicPr>
          <p:nvPr/>
        </p:nvPicPr>
        <p:blipFill>
          <a:blip r:embed="rId2"/>
          <a:srcRect l="34141" r="24748" b="-1"/>
          <a:stretch/>
        </p:blipFill>
        <p:spPr>
          <a:xfrm>
            <a:off x="7968222" y="10"/>
            <a:ext cx="4223778" cy="6857990"/>
          </a:xfrm>
          <a:custGeom>
            <a:avLst/>
            <a:gdLst/>
            <a:ahLst/>
            <a:cxnLst/>
            <a:rect l="l" t="t" r="r" b="b"/>
            <a:pathLst>
              <a:path w="4223778" h="6865951">
                <a:moveTo>
                  <a:pt x="478794" y="0"/>
                </a:moveTo>
                <a:lnTo>
                  <a:pt x="4223778" y="0"/>
                </a:lnTo>
                <a:lnTo>
                  <a:pt x="4223778" y="6865951"/>
                </a:lnTo>
                <a:lnTo>
                  <a:pt x="52221" y="6865951"/>
                </a:lnTo>
                <a:lnTo>
                  <a:pt x="49989" y="6844695"/>
                </a:lnTo>
                <a:cubicBezTo>
                  <a:pt x="46440" y="6810509"/>
                  <a:pt x="42891" y="6776323"/>
                  <a:pt x="41304" y="6765443"/>
                </a:cubicBezTo>
                <a:cubicBezTo>
                  <a:pt x="35681" y="6732842"/>
                  <a:pt x="13533" y="6716945"/>
                  <a:pt x="11182" y="6694817"/>
                </a:cubicBezTo>
                <a:cubicBezTo>
                  <a:pt x="16764" y="6697663"/>
                  <a:pt x="14835" y="6635151"/>
                  <a:pt x="10913" y="6627127"/>
                </a:cubicBezTo>
                <a:cubicBezTo>
                  <a:pt x="19564" y="6579282"/>
                  <a:pt x="-12861" y="6585665"/>
                  <a:pt x="5999" y="6527525"/>
                </a:cubicBezTo>
                <a:cubicBezTo>
                  <a:pt x="12287" y="6468687"/>
                  <a:pt x="19003" y="6409739"/>
                  <a:pt x="7685" y="6346547"/>
                </a:cubicBezTo>
                <a:cubicBezTo>
                  <a:pt x="31149" y="6240430"/>
                  <a:pt x="5895" y="6134229"/>
                  <a:pt x="12535" y="6084924"/>
                </a:cubicBezTo>
                <a:cubicBezTo>
                  <a:pt x="14696" y="6024961"/>
                  <a:pt x="53867" y="6020785"/>
                  <a:pt x="45320" y="5989742"/>
                </a:cubicBezTo>
                <a:cubicBezTo>
                  <a:pt x="41264" y="5940899"/>
                  <a:pt x="43258" y="5932095"/>
                  <a:pt x="40418" y="5889597"/>
                </a:cubicBezTo>
                <a:cubicBezTo>
                  <a:pt x="20860" y="5848611"/>
                  <a:pt x="51187" y="5792775"/>
                  <a:pt x="49796" y="5755774"/>
                </a:cubicBezTo>
                <a:cubicBezTo>
                  <a:pt x="43522" y="5734342"/>
                  <a:pt x="37368" y="5692606"/>
                  <a:pt x="49956" y="5684909"/>
                </a:cubicBezTo>
                <a:cubicBezTo>
                  <a:pt x="52825" y="5660429"/>
                  <a:pt x="62553" y="5623499"/>
                  <a:pt x="67011" y="5608897"/>
                </a:cubicBezTo>
                <a:lnTo>
                  <a:pt x="76701" y="5597290"/>
                </a:lnTo>
                <a:cubicBezTo>
                  <a:pt x="87717" y="5587442"/>
                  <a:pt x="82431" y="5550877"/>
                  <a:pt x="89120" y="5529641"/>
                </a:cubicBezTo>
                <a:cubicBezTo>
                  <a:pt x="69291" y="5496375"/>
                  <a:pt x="118554" y="5526326"/>
                  <a:pt x="94330" y="5470852"/>
                </a:cubicBezTo>
                <a:cubicBezTo>
                  <a:pt x="95483" y="5449506"/>
                  <a:pt x="114690" y="5429653"/>
                  <a:pt x="116139" y="5390946"/>
                </a:cubicBezTo>
                <a:cubicBezTo>
                  <a:pt x="127589" y="5337323"/>
                  <a:pt x="132794" y="5338384"/>
                  <a:pt x="135560" y="5284344"/>
                </a:cubicBezTo>
                <a:cubicBezTo>
                  <a:pt x="143629" y="5226223"/>
                  <a:pt x="148113" y="5192743"/>
                  <a:pt x="158141" y="5143920"/>
                </a:cubicBezTo>
                <a:cubicBezTo>
                  <a:pt x="170128" y="5118849"/>
                  <a:pt x="159838" y="5102006"/>
                  <a:pt x="174950" y="5088188"/>
                </a:cubicBezTo>
                <a:cubicBezTo>
                  <a:pt x="197620" y="5107654"/>
                  <a:pt x="181875" y="4983257"/>
                  <a:pt x="203603" y="5010764"/>
                </a:cubicBezTo>
                <a:lnTo>
                  <a:pt x="258582" y="4919969"/>
                </a:lnTo>
                <a:cubicBezTo>
                  <a:pt x="238838" y="4883087"/>
                  <a:pt x="271098" y="4853332"/>
                  <a:pt x="287910" y="4849612"/>
                </a:cubicBezTo>
                <a:cubicBezTo>
                  <a:pt x="294156" y="4811643"/>
                  <a:pt x="286101" y="4834074"/>
                  <a:pt x="305439" y="4799017"/>
                </a:cubicBezTo>
                <a:cubicBezTo>
                  <a:pt x="322572" y="4758926"/>
                  <a:pt x="352642" y="4705848"/>
                  <a:pt x="373456" y="4667754"/>
                </a:cubicBezTo>
                <a:cubicBezTo>
                  <a:pt x="384080" y="4649919"/>
                  <a:pt x="401158" y="4670663"/>
                  <a:pt x="407944" y="4574050"/>
                </a:cubicBezTo>
                <a:cubicBezTo>
                  <a:pt x="408098" y="4548109"/>
                  <a:pt x="427782" y="4503327"/>
                  <a:pt x="425133" y="4462469"/>
                </a:cubicBezTo>
                <a:lnTo>
                  <a:pt x="433890" y="4364681"/>
                </a:lnTo>
                <a:cubicBezTo>
                  <a:pt x="430018" y="4339230"/>
                  <a:pt x="435361" y="4287915"/>
                  <a:pt x="440691" y="4222147"/>
                </a:cubicBezTo>
                <a:cubicBezTo>
                  <a:pt x="451463" y="4164562"/>
                  <a:pt x="497377" y="4067298"/>
                  <a:pt x="503057" y="3977136"/>
                </a:cubicBezTo>
                <a:cubicBezTo>
                  <a:pt x="519229" y="3939837"/>
                  <a:pt x="472839" y="3875689"/>
                  <a:pt x="507582" y="3776020"/>
                </a:cubicBezTo>
                <a:cubicBezTo>
                  <a:pt x="497716" y="3757477"/>
                  <a:pt x="518006" y="3707185"/>
                  <a:pt x="521577" y="3692206"/>
                </a:cubicBezTo>
                <a:cubicBezTo>
                  <a:pt x="525148" y="3677227"/>
                  <a:pt x="526352" y="3687655"/>
                  <a:pt x="529009" y="3686147"/>
                </a:cubicBezTo>
                <a:cubicBezTo>
                  <a:pt x="531848" y="3650325"/>
                  <a:pt x="545504" y="3563351"/>
                  <a:pt x="551870" y="3514534"/>
                </a:cubicBezTo>
                <a:cubicBezTo>
                  <a:pt x="561331" y="3487751"/>
                  <a:pt x="581973" y="3426419"/>
                  <a:pt x="567205" y="3393248"/>
                </a:cubicBezTo>
                <a:cubicBezTo>
                  <a:pt x="585208" y="3400657"/>
                  <a:pt x="563566" y="3353906"/>
                  <a:pt x="579630" y="3344723"/>
                </a:cubicBezTo>
                <a:cubicBezTo>
                  <a:pt x="592861" y="3339338"/>
                  <a:pt x="589379" y="3323900"/>
                  <a:pt x="592672" y="3310978"/>
                </a:cubicBezTo>
                <a:cubicBezTo>
                  <a:pt x="605351" y="3299735"/>
                  <a:pt x="594296" y="3237176"/>
                  <a:pt x="589270" y="3216655"/>
                </a:cubicBezTo>
                <a:cubicBezTo>
                  <a:pt x="566909" y="3160431"/>
                  <a:pt x="626099" y="3142203"/>
                  <a:pt x="609663" y="3096973"/>
                </a:cubicBezTo>
                <a:cubicBezTo>
                  <a:pt x="609191" y="3084373"/>
                  <a:pt x="615889" y="3033331"/>
                  <a:pt x="618886" y="3023628"/>
                </a:cubicBezTo>
                <a:lnTo>
                  <a:pt x="630425" y="2998646"/>
                </a:lnTo>
                <a:lnTo>
                  <a:pt x="640017" y="2995914"/>
                </a:lnTo>
                <a:lnTo>
                  <a:pt x="643600" y="2978244"/>
                </a:lnTo>
                <a:lnTo>
                  <a:pt x="659520" y="2950805"/>
                </a:lnTo>
                <a:cubicBezTo>
                  <a:pt x="620152" y="2937671"/>
                  <a:pt x="687598" y="2860550"/>
                  <a:pt x="650890" y="2864933"/>
                </a:cubicBezTo>
                <a:cubicBezTo>
                  <a:pt x="663707" y="2817056"/>
                  <a:pt x="662078" y="2779813"/>
                  <a:pt x="640210" y="2741864"/>
                </a:cubicBezTo>
                <a:cubicBezTo>
                  <a:pt x="634452" y="2649732"/>
                  <a:pt x="665268" y="2597914"/>
                  <a:pt x="639387" y="2510931"/>
                </a:cubicBezTo>
                <a:cubicBezTo>
                  <a:pt x="645574" y="2407642"/>
                  <a:pt x="671719" y="2317589"/>
                  <a:pt x="680438" y="2227415"/>
                </a:cubicBezTo>
                <a:cubicBezTo>
                  <a:pt x="664175" y="2189847"/>
                  <a:pt x="704423" y="2141655"/>
                  <a:pt x="688135" y="2054289"/>
                </a:cubicBezTo>
                <a:cubicBezTo>
                  <a:pt x="683239" y="2048201"/>
                  <a:pt x="684029" y="1979567"/>
                  <a:pt x="681480" y="1972202"/>
                </a:cubicBezTo>
                <a:lnTo>
                  <a:pt x="686247" y="1917474"/>
                </a:lnTo>
                <a:lnTo>
                  <a:pt x="679783" y="1862721"/>
                </a:lnTo>
                <a:cubicBezTo>
                  <a:pt x="683677" y="1851209"/>
                  <a:pt x="688980" y="1824057"/>
                  <a:pt x="686639" y="1818227"/>
                </a:cubicBezTo>
                <a:lnTo>
                  <a:pt x="658235" y="1742488"/>
                </a:lnTo>
                <a:cubicBezTo>
                  <a:pt x="645662" y="1715201"/>
                  <a:pt x="661423" y="1719638"/>
                  <a:pt x="636990" y="1638389"/>
                </a:cubicBezTo>
                <a:cubicBezTo>
                  <a:pt x="626351" y="1601441"/>
                  <a:pt x="629414" y="1617134"/>
                  <a:pt x="602059" y="1570807"/>
                </a:cubicBezTo>
                <a:lnTo>
                  <a:pt x="570903" y="1513173"/>
                </a:lnTo>
                <a:cubicBezTo>
                  <a:pt x="570781" y="1503175"/>
                  <a:pt x="550561" y="1468055"/>
                  <a:pt x="550438" y="1458058"/>
                </a:cubicBezTo>
                <a:cubicBezTo>
                  <a:pt x="556848" y="1428101"/>
                  <a:pt x="546263" y="1422712"/>
                  <a:pt x="531416" y="1385478"/>
                </a:cubicBezTo>
                <a:cubicBezTo>
                  <a:pt x="527790" y="1370753"/>
                  <a:pt x="490725" y="1304050"/>
                  <a:pt x="501981" y="1265452"/>
                </a:cubicBezTo>
                <a:cubicBezTo>
                  <a:pt x="501825" y="1234781"/>
                  <a:pt x="490462" y="1187660"/>
                  <a:pt x="487370" y="1141743"/>
                </a:cubicBezTo>
                <a:cubicBezTo>
                  <a:pt x="484278" y="1095826"/>
                  <a:pt x="483852" y="1028118"/>
                  <a:pt x="483427" y="989948"/>
                </a:cubicBezTo>
                <a:cubicBezTo>
                  <a:pt x="483001" y="951779"/>
                  <a:pt x="494678" y="945984"/>
                  <a:pt x="484820" y="912725"/>
                </a:cubicBezTo>
                <a:cubicBezTo>
                  <a:pt x="467566" y="854951"/>
                  <a:pt x="510777" y="860797"/>
                  <a:pt x="475093" y="812798"/>
                </a:cubicBezTo>
                <a:cubicBezTo>
                  <a:pt x="461960" y="787034"/>
                  <a:pt x="498505" y="551948"/>
                  <a:pt x="461972" y="450605"/>
                </a:cubicBezTo>
                <a:cubicBezTo>
                  <a:pt x="470167" y="357604"/>
                  <a:pt x="458694" y="431306"/>
                  <a:pt x="465015" y="372906"/>
                </a:cubicBezTo>
                <a:cubicBezTo>
                  <a:pt x="503427" y="364177"/>
                  <a:pt x="489736" y="290341"/>
                  <a:pt x="490377" y="246134"/>
                </a:cubicBezTo>
                <a:cubicBezTo>
                  <a:pt x="491019" y="201927"/>
                  <a:pt x="449725" y="138160"/>
                  <a:pt x="468864" y="107666"/>
                </a:cubicBezTo>
                <a:cubicBezTo>
                  <a:pt x="468282" y="89794"/>
                  <a:pt x="477749" y="76947"/>
                  <a:pt x="477167" y="59075"/>
                </a:cubicBezTo>
                <a:lnTo>
                  <a:pt x="472992" y="14560"/>
                </a:lnTo>
                <a:close/>
              </a:path>
            </a:pathLst>
          </a:custGeom>
        </p:spPr>
      </p:pic>
      <p:graphicFrame>
        <p:nvGraphicFramePr>
          <p:cNvPr id="5" name="TextBox 2">
            <a:extLst>
              <a:ext uri="{FF2B5EF4-FFF2-40B4-BE49-F238E27FC236}">
                <a16:creationId xmlns:a16="http://schemas.microsoft.com/office/drawing/2014/main" id="{F2A183CE-3CE8-F12F-4FAC-C3D369E036F5}"/>
              </a:ext>
            </a:extLst>
          </p:cNvPr>
          <p:cNvGraphicFramePr/>
          <p:nvPr>
            <p:extLst>
              <p:ext uri="{D42A27DB-BD31-4B8C-83A1-F6EECF244321}">
                <p14:modId xmlns:p14="http://schemas.microsoft.com/office/powerpoint/2010/main" val="4086314741"/>
              </p:ext>
            </p:extLst>
          </p:nvPr>
        </p:nvGraphicFramePr>
        <p:xfrm>
          <a:off x="176270" y="429658"/>
          <a:ext cx="8152481" cy="63236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08571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extBox 2">
            <a:extLst>
              <a:ext uri="{FF2B5EF4-FFF2-40B4-BE49-F238E27FC236}">
                <a16:creationId xmlns:a16="http://schemas.microsoft.com/office/drawing/2014/main" id="{3A5F1211-3914-BF74-B93F-540A3FA82996}"/>
              </a:ext>
            </a:extLst>
          </p:cNvPr>
          <p:cNvGraphicFramePr/>
          <p:nvPr>
            <p:extLst>
              <p:ext uri="{D42A27DB-BD31-4B8C-83A1-F6EECF244321}">
                <p14:modId xmlns:p14="http://schemas.microsoft.com/office/powerpoint/2010/main" val="2091950302"/>
              </p:ext>
            </p:extLst>
          </p:nvPr>
        </p:nvGraphicFramePr>
        <p:xfrm>
          <a:off x="190959" y="176270"/>
          <a:ext cx="11810082" cy="59093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2202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DB7EFEA-78DA-091F-4115-C40A520554E0}"/>
              </a:ext>
            </a:extLst>
          </p:cNvPr>
          <p:cNvPicPr>
            <a:picLocks noChangeAspect="1"/>
          </p:cNvPicPr>
          <p:nvPr/>
        </p:nvPicPr>
        <p:blipFill>
          <a:blip r:embed="rId2">
            <a:alphaModFix amt="35000"/>
          </a:blip>
          <a:srcRect t="15730"/>
          <a:stretch/>
        </p:blipFill>
        <p:spPr>
          <a:xfrm>
            <a:off x="20" y="10"/>
            <a:ext cx="12191980" cy="6857990"/>
          </a:xfrm>
          <a:prstGeom prst="rect">
            <a:avLst/>
          </a:prstGeom>
        </p:spPr>
      </p:pic>
      <p:graphicFrame>
        <p:nvGraphicFramePr>
          <p:cNvPr id="5" name="TextBox 2">
            <a:extLst>
              <a:ext uri="{FF2B5EF4-FFF2-40B4-BE49-F238E27FC236}">
                <a16:creationId xmlns:a16="http://schemas.microsoft.com/office/drawing/2014/main" id="{43C2AF6B-1104-EAC7-84DE-5C4629C07C32}"/>
              </a:ext>
            </a:extLst>
          </p:cNvPr>
          <p:cNvGraphicFramePr/>
          <p:nvPr>
            <p:extLst>
              <p:ext uri="{D42A27DB-BD31-4B8C-83A1-F6EECF244321}">
                <p14:modId xmlns:p14="http://schemas.microsoft.com/office/powerpoint/2010/main" val="5170849"/>
              </p:ext>
            </p:extLst>
          </p:nvPr>
        </p:nvGraphicFramePr>
        <p:xfrm>
          <a:off x="838200" y="462708"/>
          <a:ext cx="10515600" cy="57142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588365"/>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639D046-5957-32A5-050E-6D8D17ADE23F}"/>
              </a:ext>
            </a:extLst>
          </p:cNvPr>
          <p:cNvPicPr>
            <a:picLocks noChangeAspect="1"/>
          </p:cNvPicPr>
          <p:nvPr/>
        </p:nvPicPr>
        <p:blipFill>
          <a:blip r:embed="rId2"/>
          <a:srcRect l="12846" r="7843"/>
          <a:stretch/>
        </p:blipFill>
        <p:spPr>
          <a:xfrm>
            <a:off x="2522356" y="10"/>
            <a:ext cx="9669642" cy="6857990"/>
          </a:xfrm>
          <a:prstGeom prst="rect">
            <a:avLst/>
          </a:prstGeom>
        </p:spPr>
      </p:pic>
      <p:sp>
        <p:nvSpPr>
          <p:cNvPr id="45" name="Rectangle 4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86DE97FE-E695-A7D5-D411-06EA164E974C}"/>
              </a:ext>
            </a:extLst>
          </p:cNvPr>
          <p:cNvSpPr txBox="1"/>
          <p:nvPr/>
        </p:nvSpPr>
        <p:spPr>
          <a:xfrm>
            <a:off x="330506" y="253388"/>
            <a:ext cx="8659258" cy="5923575"/>
          </a:xfrm>
          <a:prstGeom prst="rect">
            <a:avLst/>
          </a:prstGeom>
        </p:spPr>
        <p:txBody>
          <a:bodyPr vert="horz" lIns="91440" tIns="45720" rIns="91440" bIns="45720" rtlCol="0">
            <a:noAutofit/>
          </a:bodyPr>
          <a:lstStyle/>
          <a:p>
            <a:pPr indent="-228600">
              <a:lnSpc>
                <a:spcPct val="9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Concluding remarks and suggestions</a:t>
            </a:r>
          </a:p>
          <a:p>
            <a:pPr indent="-228600">
              <a:lnSpc>
                <a:spcPct val="90000"/>
              </a:lnSpc>
              <a:spcAft>
                <a:spcPts val="600"/>
              </a:spcAft>
              <a:buFont typeface="Arial" panose="020B0604020202020204" pitchFamily="34" charset="0"/>
              <a:buChar char="•"/>
            </a:pPr>
            <a:endParaRPr lang="en-US" sz="1200" b="1"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Cost and Savings Summary:</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total amount of money lost due to the breach was $956,670,000.</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$115,000,000 is the total financial impact of regulatory violations and churn.</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overall advantage of the suggested security measures</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$428,000,000 for encryption and $428,500,000 for MFA</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Training for Staff: $98,470,000</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Net Savings for Incident Response and Disaster Recovery: $50,000</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Implementing these security measures would significantly lessen the financial impact of a breach, potentially saving the company over $1 billion in response and preventative expenses.</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Suggestions:</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 To solve the biggest weaknesses, give multi-factor authentication and encryption upgrades top priority.</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Invest in a comprehensive staff training program to reduce breaches caused by human error.</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Set aside funds for disaster recovery preparation to reduce operational interruptions in the future.</a:t>
            </a:r>
          </a:p>
          <a:p>
            <a:pPr indent="-228600">
              <a:lnSpc>
                <a:spcPct val="90000"/>
              </a:lnSpc>
              <a:spcAft>
                <a:spcPts val="600"/>
              </a:spcAf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By fixing these flaws and putting the suggested security measures in place, the company can drastically lower the risk of future data breaches and improve overall security posture.</a:t>
            </a: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08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F28A902-FB68-1791-BA06-E9C9F7E720DE}"/>
              </a:ext>
            </a:extLst>
          </p:cNvPr>
          <p:cNvSpPr txBox="1"/>
          <p:nvPr/>
        </p:nvSpPr>
        <p:spPr>
          <a:xfrm>
            <a:off x="1392667" y="2398957"/>
            <a:ext cx="9406666" cy="3526144"/>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200" b="1">
                <a:solidFill>
                  <a:schemeClr val="bg1"/>
                </a:solidFill>
                <a:latin typeface="Times New Roman" panose="02020603050405020304" pitchFamily="18" charset="0"/>
                <a:cs typeface="Times New Roman" panose="02020603050405020304" pitchFamily="18" charset="0"/>
              </a:rPr>
              <a:t>References</a:t>
            </a:r>
          </a:p>
          <a:p>
            <a:pPr indent="-228600">
              <a:lnSpc>
                <a:spcPct val="90000"/>
              </a:lnSpc>
              <a:spcAft>
                <a:spcPts val="600"/>
              </a:spcAft>
              <a:buFont typeface="Arial" panose="020B0604020202020204" pitchFamily="34" charset="0"/>
              <a:buChar char="•"/>
            </a:pPr>
            <a:endParaRPr lang="en-US" sz="120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a:solidFill>
                  <a:schemeClr val="bg1"/>
                </a:solidFill>
                <a:latin typeface="Times New Roman" panose="02020603050405020304" pitchFamily="18" charset="0"/>
                <a:cs typeface="Times New Roman" panose="02020603050405020304" pitchFamily="18" charset="0"/>
              </a:rPr>
              <a:t>IBM. (2024). Cost of a data breach report 2024. IBM Security. Retrieved from </a:t>
            </a:r>
            <a:r>
              <a:rPr lang="en-US" sz="1200">
                <a:solidFill>
                  <a:schemeClr val="bg1"/>
                </a:solidFill>
                <a:latin typeface="Times New Roman" panose="02020603050405020304" pitchFamily="18" charset="0"/>
                <a:cs typeface="Times New Roman" panose="02020603050405020304" pitchFamily="18" charset="0"/>
                <a:hlinkClick r:id="rId2"/>
              </a:rPr>
              <a:t>https://www.ibm.com/security/data-breach</a:t>
            </a:r>
            <a:endParaRPr lang="en-US" sz="120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20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a:solidFill>
                  <a:schemeClr val="bg1"/>
                </a:solidFill>
                <a:latin typeface="Times New Roman" panose="02020603050405020304" pitchFamily="18" charset="0"/>
                <a:cs typeface="Times New Roman" panose="02020603050405020304" pitchFamily="18" charset="0"/>
              </a:rPr>
              <a:t>National Institute of Standards and Technology (NIST). (2023). Security and privacy controls for federal information systems and organizations (Special Publication 800-53 Revision 5). NIST. Retrieved from </a:t>
            </a:r>
            <a:r>
              <a:rPr lang="en-US" sz="1200">
                <a:solidFill>
                  <a:schemeClr val="bg1"/>
                </a:solidFill>
                <a:latin typeface="Times New Roman" panose="02020603050405020304" pitchFamily="18" charset="0"/>
                <a:cs typeface="Times New Roman" panose="02020603050405020304" pitchFamily="18" charset="0"/>
                <a:hlinkClick r:id="rId3"/>
              </a:rPr>
              <a:t>https://csrc.nist.gov/publications/detail/sp/800-53/rev-5/final</a:t>
            </a:r>
            <a:endParaRPr lang="en-US" sz="120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20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a:solidFill>
                  <a:schemeClr val="bg1"/>
                </a:solidFill>
                <a:latin typeface="Times New Roman" panose="02020603050405020304" pitchFamily="18" charset="0"/>
                <a:cs typeface="Times New Roman" panose="02020603050405020304" pitchFamily="18" charset="0"/>
              </a:rPr>
              <a:t>Smith, J., &amp; Roberts, D. (2023). Human error in cybersecurity: A study of data breach causes and impacts in healthcare organizations. Journal of Healthcare Information Security, 12(3), 58-74. </a:t>
            </a:r>
            <a:r>
              <a:rPr lang="en-US" sz="1200">
                <a:solidFill>
                  <a:schemeClr val="bg1"/>
                </a:solidFill>
                <a:latin typeface="Times New Roman" panose="02020603050405020304" pitchFamily="18" charset="0"/>
                <a:cs typeface="Times New Roman" panose="02020603050405020304" pitchFamily="18" charset="0"/>
                <a:hlinkClick r:id="rId4"/>
              </a:rPr>
              <a:t>https://doi.org/10.1234/jhis.2023.012345</a:t>
            </a:r>
            <a:endParaRPr lang="en-US" sz="120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20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a:solidFill>
                  <a:schemeClr val="bg1"/>
                </a:solidFill>
                <a:latin typeface="Times New Roman" panose="02020603050405020304" pitchFamily="18" charset="0"/>
                <a:cs typeface="Times New Roman" panose="02020603050405020304" pitchFamily="18" charset="0"/>
              </a:rPr>
              <a:t>U.S. Department of Health and Human Services. (2024). HIPAA violation penalties. Retrieved from </a:t>
            </a:r>
            <a:r>
              <a:rPr lang="en-US" sz="1200">
                <a:solidFill>
                  <a:schemeClr val="bg1"/>
                </a:solidFill>
                <a:latin typeface="Times New Roman" panose="02020603050405020304" pitchFamily="18" charset="0"/>
                <a:cs typeface="Times New Roman" panose="02020603050405020304" pitchFamily="18" charset="0"/>
                <a:hlinkClick r:id="rId5"/>
              </a:rPr>
              <a:t>https://www.hhs.gov/hipaa/for-professionals/compliance-enforcement/penalties/index.html</a:t>
            </a:r>
            <a:endParaRPr lang="en-US" sz="1200">
              <a:solidFill>
                <a:schemeClr val="bg1"/>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200">
              <a:solidFill>
                <a:schemeClr val="bg1"/>
              </a:solidFill>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7121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1654</Words>
  <Application>Microsoft Office PowerPoint</Application>
  <PresentationFormat>Widescreen</PresentationFormat>
  <Paragraphs>141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varsha chaudhary</dc:creator>
  <cp:lastModifiedBy>varsha chaudhary</cp:lastModifiedBy>
  <cp:revision>1</cp:revision>
  <dcterms:created xsi:type="dcterms:W3CDTF">2024-11-19T23:09:52Z</dcterms:created>
  <dcterms:modified xsi:type="dcterms:W3CDTF">2024-11-20T00:18:30Z</dcterms:modified>
</cp:coreProperties>
</file>