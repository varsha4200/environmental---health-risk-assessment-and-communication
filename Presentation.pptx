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7" r:id="rId2"/>
    <p:sldId id="259" r:id="rId3"/>
    <p:sldId id="260" r:id="rId4"/>
    <p:sldId id="261" r:id="rId5"/>
    <p:sldId id="263" r:id="rId6"/>
    <p:sldId id="262" r:id="rId7"/>
    <p:sldId id="264" r:id="rId8"/>
    <p:sldId id="265" r:id="rId9"/>
    <p:sldId id="266" r:id="rId10"/>
    <p:sldId id="267" r:id="rId11"/>
    <p:sldId id="273" r:id="rId12"/>
    <p:sldId id="268" r:id="rId13"/>
    <p:sldId id="269" r:id="rId14"/>
    <p:sldId id="270" r:id="rId15"/>
    <p:sldId id="271" r:id="rId16"/>
    <p:sldId id="272" r:id="rId17"/>
    <p:sldId id="274" r:id="rId18"/>
    <p:sldId id="275" r:id="rId19"/>
    <p:sldId id="276" r:id="rId20"/>
    <p:sldId id="277" r:id="rId21"/>
    <p:sldId id="279"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01" autoAdjust="0"/>
  </p:normalViewPr>
  <p:slideViewPr>
    <p:cSldViewPr snapToGrid="0">
      <p:cViewPr varScale="1">
        <p:scale>
          <a:sx n="61" d="100"/>
          <a:sy n="61" d="100"/>
        </p:scale>
        <p:origin x="884"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chaudhary" userId="28d2b53ea8f17f6c" providerId="LiveId" clId="{04CFA095-8F7F-4FF7-8792-C254D1D0C90D}"/>
    <pc:docChg chg="undo custSel addSld delSld modSld sldOrd modMainMaster">
      <pc:chgData name="varsha chaudhary" userId="28d2b53ea8f17f6c" providerId="LiveId" clId="{04CFA095-8F7F-4FF7-8792-C254D1D0C90D}" dt="2024-02-17T01:27:47.655" v="6801" actId="47"/>
      <pc:docMkLst>
        <pc:docMk/>
      </pc:docMkLst>
      <pc:sldChg chg="addSp delSp modSp mod setBg delDesignElem">
        <pc:chgData name="varsha chaudhary" userId="28d2b53ea8f17f6c" providerId="LiveId" clId="{04CFA095-8F7F-4FF7-8792-C254D1D0C90D}" dt="2024-02-15T20:29:30.619" v="295" actId="26606"/>
        <pc:sldMkLst>
          <pc:docMk/>
          <pc:sldMk cId="3171669580" sldId="257"/>
        </pc:sldMkLst>
        <pc:spChg chg="mod">
          <ac:chgData name="varsha chaudhary" userId="28d2b53ea8f17f6c" providerId="LiveId" clId="{04CFA095-8F7F-4FF7-8792-C254D1D0C90D}" dt="2024-02-15T20:29:30.619" v="295" actId="26606"/>
          <ac:spMkLst>
            <pc:docMk/>
            <pc:sldMk cId="3171669580" sldId="257"/>
            <ac:spMk id="3" creationId="{300B342C-3BE3-86EA-9DC2-76362DE784CE}"/>
          </ac:spMkLst>
        </pc:spChg>
        <pc:spChg chg="add del">
          <ac:chgData name="varsha chaudhary" userId="28d2b53ea8f17f6c" providerId="LiveId" clId="{04CFA095-8F7F-4FF7-8792-C254D1D0C90D}" dt="2024-02-15T20:28:52.952" v="284" actId="26606"/>
          <ac:spMkLst>
            <pc:docMk/>
            <pc:sldMk cId="3171669580" sldId="257"/>
            <ac:spMk id="29" creationId="{ECC07320-C2CA-4E29-8481-9D9E143C7788}"/>
          </ac:spMkLst>
        </pc:spChg>
        <pc:spChg chg="add del">
          <ac:chgData name="varsha chaudhary" userId="28d2b53ea8f17f6c" providerId="LiveId" clId="{04CFA095-8F7F-4FF7-8792-C254D1D0C90D}" dt="2024-02-15T20:28:52.952" v="284" actId="26606"/>
          <ac:spMkLst>
            <pc:docMk/>
            <pc:sldMk cId="3171669580" sldId="257"/>
            <ac:spMk id="31" creationId="{178FB36B-5BFE-42CA-BC60-1115E0D95EEC}"/>
          </ac:spMkLst>
        </pc:spChg>
        <pc:spChg chg="add del">
          <ac:chgData name="varsha chaudhary" userId="28d2b53ea8f17f6c" providerId="LiveId" clId="{04CFA095-8F7F-4FF7-8792-C254D1D0C90D}" dt="2024-02-15T20:28:55.027" v="286" actId="26606"/>
          <ac:spMkLst>
            <pc:docMk/>
            <pc:sldMk cId="3171669580" sldId="257"/>
            <ac:spMk id="33" creationId="{ECC07320-C2CA-4E29-8481-9D9E143C7788}"/>
          </ac:spMkLst>
        </pc:spChg>
        <pc:spChg chg="add del">
          <ac:chgData name="varsha chaudhary" userId="28d2b53ea8f17f6c" providerId="LiveId" clId="{04CFA095-8F7F-4FF7-8792-C254D1D0C90D}" dt="2024-02-15T20:28:55.027" v="286" actId="26606"/>
          <ac:spMkLst>
            <pc:docMk/>
            <pc:sldMk cId="3171669580" sldId="257"/>
            <ac:spMk id="34" creationId="{178FB36B-5BFE-42CA-BC60-1115E0D95EEC}"/>
          </ac:spMkLst>
        </pc:spChg>
        <pc:spChg chg="add del">
          <ac:chgData name="varsha chaudhary" userId="28d2b53ea8f17f6c" providerId="LiveId" clId="{04CFA095-8F7F-4FF7-8792-C254D1D0C90D}" dt="2024-02-15T20:29:15.967" v="290" actId="26606"/>
          <ac:spMkLst>
            <pc:docMk/>
            <pc:sldMk cId="3171669580" sldId="257"/>
            <ac:spMk id="36" creationId="{ECC07320-C2CA-4E29-8481-9D9E143C7788}"/>
          </ac:spMkLst>
        </pc:spChg>
        <pc:spChg chg="add del">
          <ac:chgData name="varsha chaudhary" userId="28d2b53ea8f17f6c" providerId="LiveId" clId="{04CFA095-8F7F-4FF7-8792-C254D1D0C90D}" dt="2024-02-15T20:29:15.967" v="290" actId="26606"/>
          <ac:spMkLst>
            <pc:docMk/>
            <pc:sldMk cId="3171669580" sldId="257"/>
            <ac:spMk id="37" creationId="{178FB36B-5BFE-42CA-BC60-1115E0D95EEC}"/>
          </ac:spMkLst>
        </pc:spChg>
        <pc:spChg chg="add del">
          <ac:chgData name="varsha chaudhary" userId="28d2b53ea8f17f6c" providerId="LiveId" clId="{04CFA095-8F7F-4FF7-8792-C254D1D0C90D}" dt="2024-02-15T20:29:15.959" v="289" actId="26606"/>
          <ac:spMkLst>
            <pc:docMk/>
            <pc:sldMk cId="3171669580" sldId="257"/>
            <ac:spMk id="42" creationId="{ECC07320-C2CA-4E29-8481-9D9E143C7788}"/>
          </ac:spMkLst>
        </pc:spChg>
        <pc:spChg chg="add del">
          <ac:chgData name="varsha chaudhary" userId="28d2b53ea8f17f6c" providerId="LiveId" clId="{04CFA095-8F7F-4FF7-8792-C254D1D0C90D}" dt="2024-02-15T20:29:15.959" v="289" actId="26606"/>
          <ac:spMkLst>
            <pc:docMk/>
            <pc:sldMk cId="3171669580" sldId="257"/>
            <ac:spMk id="44" creationId="{178FB36B-5BFE-42CA-BC60-1115E0D95EEC}"/>
          </ac:spMkLst>
        </pc:spChg>
        <pc:spChg chg="add del">
          <ac:chgData name="varsha chaudhary" userId="28d2b53ea8f17f6c" providerId="LiveId" clId="{04CFA095-8F7F-4FF7-8792-C254D1D0C90D}" dt="2024-02-15T20:29:30.619" v="295" actId="26606"/>
          <ac:spMkLst>
            <pc:docMk/>
            <pc:sldMk cId="3171669580" sldId="257"/>
            <ac:spMk id="46" creationId="{271C7E5C-A0F8-E9FA-56DB-31A257FD4EDB}"/>
          </ac:spMkLst>
        </pc:spChg>
        <pc:spChg chg="del">
          <ac:chgData name="varsha chaudhary" userId="28d2b53ea8f17f6c" providerId="LiveId" clId="{04CFA095-8F7F-4FF7-8792-C254D1D0C90D}" dt="2024-02-15T19:27:25.897" v="247"/>
          <ac:spMkLst>
            <pc:docMk/>
            <pc:sldMk cId="3171669580" sldId="257"/>
            <ac:spMk id="47" creationId="{ECC07320-C2CA-4E29-8481-9D9E143C7788}"/>
          </ac:spMkLst>
        </pc:spChg>
        <pc:spChg chg="add del">
          <ac:chgData name="varsha chaudhary" userId="28d2b53ea8f17f6c" providerId="LiveId" clId="{04CFA095-8F7F-4FF7-8792-C254D1D0C90D}" dt="2024-02-15T20:29:30.619" v="295" actId="26606"/>
          <ac:spMkLst>
            <pc:docMk/>
            <pc:sldMk cId="3171669580" sldId="257"/>
            <ac:spMk id="48" creationId="{33F70A3C-4474-2A39-470C-FD55A8837503}"/>
          </ac:spMkLst>
        </pc:spChg>
        <pc:spChg chg="del">
          <ac:chgData name="varsha chaudhary" userId="28d2b53ea8f17f6c" providerId="LiveId" clId="{04CFA095-8F7F-4FF7-8792-C254D1D0C90D}" dt="2024-02-15T19:27:25.897" v="247"/>
          <ac:spMkLst>
            <pc:docMk/>
            <pc:sldMk cId="3171669580" sldId="257"/>
            <ac:spMk id="49" creationId="{178FB36B-5BFE-42CA-BC60-1115E0D95EEC}"/>
          </ac:spMkLst>
        </pc:spChg>
        <pc:spChg chg="add del">
          <ac:chgData name="varsha chaudhary" userId="28d2b53ea8f17f6c" providerId="LiveId" clId="{04CFA095-8F7F-4FF7-8792-C254D1D0C90D}" dt="2024-02-15T20:29:30.619" v="295" actId="26606"/>
          <ac:spMkLst>
            <pc:docMk/>
            <pc:sldMk cId="3171669580" sldId="257"/>
            <ac:spMk id="50" creationId="{BAC3F7D4-9613-0E1F-901C-98FE831DEBC0}"/>
          </ac:spMkLst>
        </pc:spChg>
        <pc:spChg chg="add del">
          <ac:chgData name="varsha chaudhary" userId="28d2b53ea8f17f6c" providerId="LiveId" clId="{04CFA095-8F7F-4FF7-8792-C254D1D0C90D}" dt="2024-02-15T20:29:30.619" v="295" actId="26606"/>
          <ac:spMkLst>
            <pc:docMk/>
            <pc:sldMk cId="3171669580" sldId="257"/>
            <ac:spMk id="51" creationId="{4D60F200-5EB0-B223-2439-C96C67F0FEE1}"/>
          </ac:spMkLst>
        </pc:spChg>
        <pc:spChg chg="add del">
          <ac:chgData name="varsha chaudhary" userId="28d2b53ea8f17f6c" providerId="LiveId" clId="{04CFA095-8F7F-4FF7-8792-C254D1D0C90D}" dt="2024-02-15T20:29:30.619" v="295" actId="26606"/>
          <ac:spMkLst>
            <pc:docMk/>
            <pc:sldMk cId="3171669580" sldId="257"/>
            <ac:spMk id="52" creationId="{AFD5167C-AF48-26F0-7A9F-3F7643374872}"/>
          </ac:spMkLst>
        </pc:spChg>
        <pc:spChg chg="add del">
          <ac:chgData name="varsha chaudhary" userId="28d2b53ea8f17f6c" providerId="LiveId" clId="{04CFA095-8F7F-4FF7-8792-C254D1D0C90D}" dt="2024-02-15T20:29:30.619" v="295" actId="26606"/>
          <ac:spMkLst>
            <pc:docMk/>
            <pc:sldMk cId="3171669580" sldId="257"/>
            <ac:spMk id="53" creationId="{74067CD3-146F-6228-E362-39AA720C25F7}"/>
          </ac:spMkLst>
        </pc:spChg>
        <pc:spChg chg="add del">
          <ac:chgData name="varsha chaudhary" userId="28d2b53ea8f17f6c" providerId="LiveId" clId="{04CFA095-8F7F-4FF7-8792-C254D1D0C90D}" dt="2024-02-15T20:29:30.619" v="295" actId="26606"/>
          <ac:spMkLst>
            <pc:docMk/>
            <pc:sldMk cId="3171669580" sldId="257"/>
            <ac:spMk id="54" creationId="{87B30A01-FCA8-86A5-A840-C32A3BE2EDD6}"/>
          </ac:spMkLst>
        </pc:spChg>
        <pc:spChg chg="add">
          <ac:chgData name="varsha chaudhary" userId="28d2b53ea8f17f6c" providerId="LiveId" clId="{04CFA095-8F7F-4FF7-8792-C254D1D0C90D}" dt="2024-02-15T20:29:30.619" v="295" actId="26606"/>
          <ac:spMkLst>
            <pc:docMk/>
            <pc:sldMk cId="3171669580" sldId="257"/>
            <ac:spMk id="59" creationId="{ECC07320-C2CA-4E29-8481-9D9E143C7788}"/>
          </ac:spMkLst>
        </pc:spChg>
        <pc:spChg chg="add">
          <ac:chgData name="varsha chaudhary" userId="28d2b53ea8f17f6c" providerId="LiveId" clId="{04CFA095-8F7F-4FF7-8792-C254D1D0C90D}" dt="2024-02-15T20:29:30.619" v="295" actId="26606"/>
          <ac:spMkLst>
            <pc:docMk/>
            <pc:sldMk cId="3171669580" sldId="257"/>
            <ac:spMk id="61" creationId="{178FB36B-5BFE-42CA-BC60-1115E0D95EEC}"/>
          </ac:spMkLst>
        </pc:spChg>
        <pc:picChg chg="mod">
          <ac:chgData name="varsha chaudhary" userId="28d2b53ea8f17f6c" providerId="LiveId" clId="{04CFA095-8F7F-4FF7-8792-C254D1D0C90D}" dt="2024-02-15T20:29:30.619" v="295" actId="26606"/>
          <ac:picMkLst>
            <pc:docMk/>
            <pc:sldMk cId="3171669580" sldId="257"/>
            <ac:picMk id="24" creationId="{99E77F1F-8E30-002C-B788-8AFE7C35EDCE}"/>
          </ac:picMkLst>
        </pc:picChg>
      </pc:sldChg>
      <pc:sldChg chg="del">
        <pc:chgData name="varsha chaudhary" userId="28d2b53ea8f17f6c" providerId="LiveId" clId="{04CFA095-8F7F-4FF7-8792-C254D1D0C90D}" dt="2024-02-17T01:27:47.655" v="6801" actId="47"/>
        <pc:sldMkLst>
          <pc:docMk/>
          <pc:sldMk cId="3058238727" sldId="258"/>
        </pc:sldMkLst>
      </pc:sldChg>
      <pc:sldChg chg="addSp delSp modSp mod setBg delDesignElem">
        <pc:chgData name="varsha chaudhary" userId="28d2b53ea8f17f6c" providerId="LiveId" clId="{04CFA095-8F7F-4FF7-8792-C254D1D0C90D}" dt="2024-02-17T01:27:43.102" v="6800" actId="255"/>
        <pc:sldMkLst>
          <pc:docMk/>
          <pc:sldMk cId="246929831" sldId="259"/>
        </pc:sldMkLst>
        <pc:spChg chg="add del mod">
          <ac:chgData name="varsha chaudhary" userId="28d2b53ea8f17f6c" providerId="LiveId" clId="{04CFA095-8F7F-4FF7-8792-C254D1D0C90D}" dt="2024-02-15T19:15:20.991" v="11"/>
          <ac:spMkLst>
            <pc:docMk/>
            <pc:sldMk cId="246929831" sldId="259"/>
            <ac:spMk id="2" creationId="{A602151E-B997-222A-484B-D97C13853D1F}"/>
          </ac:spMkLst>
        </pc:spChg>
        <pc:spChg chg="add del mod ord">
          <ac:chgData name="varsha chaudhary" userId="28d2b53ea8f17f6c" providerId="LiveId" clId="{04CFA095-8F7F-4FF7-8792-C254D1D0C90D}" dt="2024-02-15T19:18:31.431" v="39"/>
          <ac:spMkLst>
            <pc:docMk/>
            <pc:sldMk cId="246929831" sldId="259"/>
            <ac:spMk id="3" creationId="{4C9E119A-5BA2-003E-3CC4-3F4FFAB75D69}"/>
          </ac:spMkLst>
        </pc:spChg>
        <pc:spChg chg="add mod">
          <ac:chgData name="varsha chaudhary" userId="28d2b53ea8f17f6c" providerId="LiveId" clId="{04CFA095-8F7F-4FF7-8792-C254D1D0C90D}" dt="2024-02-17T01:27:43.102" v="6800" actId="255"/>
          <ac:spMkLst>
            <pc:docMk/>
            <pc:sldMk cId="246929831" sldId="259"/>
            <ac:spMk id="6" creationId="{F248483C-287D-1151-494B-33E3A210C68B}"/>
          </ac:spMkLst>
        </pc:spChg>
        <pc:spChg chg="add del">
          <ac:chgData name="varsha chaudhary" userId="28d2b53ea8f17f6c" providerId="LiveId" clId="{04CFA095-8F7F-4FF7-8792-C254D1D0C90D}" dt="2024-02-15T19:27:25.897" v="247"/>
          <ac:spMkLst>
            <pc:docMk/>
            <pc:sldMk cId="246929831" sldId="259"/>
            <ac:spMk id="10" creationId="{42A4FC2C-047E-45A5-965D-8E1E3BF09BC6}"/>
          </ac:spMkLst>
        </pc:spChg>
        <pc:picChg chg="add del mod">
          <ac:chgData name="varsha chaudhary" userId="28d2b53ea8f17f6c" providerId="LiveId" clId="{04CFA095-8F7F-4FF7-8792-C254D1D0C90D}" dt="2024-02-15T19:18:31.431" v="37" actId="478"/>
          <ac:picMkLst>
            <pc:docMk/>
            <pc:sldMk cId="246929831" sldId="259"/>
            <ac:picMk id="5" creationId="{F220D204-5470-571A-A34F-B0297C408C79}"/>
          </ac:picMkLst>
        </pc:picChg>
      </pc:sldChg>
      <pc:sldChg chg="addSp delSp modSp new mod setBg">
        <pc:chgData name="varsha chaudhary" userId="28d2b53ea8f17f6c" providerId="LiveId" clId="{04CFA095-8F7F-4FF7-8792-C254D1D0C90D}" dt="2024-02-15T22:31:50.610" v="2118" actId="113"/>
        <pc:sldMkLst>
          <pc:docMk/>
          <pc:sldMk cId="227037772" sldId="260"/>
        </pc:sldMkLst>
        <pc:spChg chg="add del mod">
          <ac:chgData name="varsha chaudhary" userId="28d2b53ea8f17f6c" providerId="LiveId" clId="{04CFA095-8F7F-4FF7-8792-C254D1D0C90D}" dt="2024-02-15T19:29:00.169" v="251"/>
          <ac:spMkLst>
            <pc:docMk/>
            <pc:sldMk cId="227037772" sldId="260"/>
            <ac:spMk id="2" creationId="{06C154CF-A74B-A04C-56A3-EBF66FB30B4A}"/>
          </ac:spMkLst>
        </pc:spChg>
        <pc:spChg chg="add mod">
          <ac:chgData name="varsha chaudhary" userId="28d2b53ea8f17f6c" providerId="LiveId" clId="{04CFA095-8F7F-4FF7-8792-C254D1D0C90D}" dt="2024-02-15T22:31:50.610" v="2118" actId="113"/>
          <ac:spMkLst>
            <pc:docMk/>
            <pc:sldMk cId="227037772" sldId="260"/>
            <ac:spMk id="3" creationId="{8AAF6329-BED9-3311-234C-F29E6E59F868}"/>
          </ac:spMkLst>
        </pc:spChg>
      </pc:sldChg>
      <pc:sldChg chg="addSp modSp new mod">
        <pc:chgData name="varsha chaudhary" userId="28d2b53ea8f17f6c" providerId="LiveId" clId="{04CFA095-8F7F-4FF7-8792-C254D1D0C90D}" dt="2024-02-15T22:32:33.317" v="2120" actId="113"/>
        <pc:sldMkLst>
          <pc:docMk/>
          <pc:sldMk cId="683371871" sldId="261"/>
        </pc:sldMkLst>
        <pc:spChg chg="add mod">
          <ac:chgData name="varsha chaudhary" userId="28d2b53ea8f17f6c" providerId="LiveId" clId="{04CFA095-8F7F-4FF7-8792-C254D1D0C90D}" dt="2024-02-15T22:32:33.317" v="2120" actId="113"/>
          <ac:spMkLst>
            <pc:docMk/>
            <pc:sldMk cId="683371871" sldId="261"/>
            <ac:spMk id="2" creationId="{C94460CC-B577-CEAA-F3E9-41642415CD3C}"/>
          </ac:spMkLst>
        </pc:spChg>
      </pc:sldChg>
      <pc:sldChg chg="addSp modSp new mod">
        <pc:chgData name="varsha chaudhary" userId="28d2b53ea8f17f6c" providerId="LiveId" clId="{04CFA095-8F7F-4FF7-8792-C254D1D0C90D}" dt="2024-02-15T21:35:47.057" v="1273" actId="962"/>
        <pc:sldMkLst>
          <pc:docMk/>
          <pc:sldMk cId="2203245771" sldId="262"/>
        </pc:sldMkLst>
        <pc:picChg chg="add mod">
          <ac:chgData name="varsha chaudhary" userId="28d2b53ea8f17f6c" providerId="LiveId" clId="{04CFA095-8F7F-4FF7-8792-C254D1D0C90D}" dt="2024-02-15T21:35:47.057" v="1273" actId="962"/>
          <ac:picMkLst>
            <pc:docMk/>
            <pc:sldMk cId="2203245771" sldId="262"/>
            <ac:picMk id="3" creationId="{C8751159-E24C-5FBB-10A8-1783F46FDA73}"/>
          </ac:picMkLst>
        </pc:picChg>
      </pc:sldChg>
      <pc:sldChg chg="addSp delSp modSp new mod">
        <pc:chgData name="varsha chaudhary" userId="28d2b53ea8f17f6c" providerId="LiveId" clId="{04CFA095-8F7F-4FF7-8792-C254D1D0C90D}" dt="2024-02-15T22:52:10.647" v="3235" actId="20577"/>
        <pc:sldMkLst>
          <pc:docMk/>
          <pc:sldMk cId="3776631030" sldId="263"/>
        </pc:sldMkLst>
        <pc:spChg chg="add del mod">
          <ac:chgData name="varsha chaudhary" userId="28d2b53ea8f17f6c" providerId="LiveId" clId="{04CFA095-8F7F-4FF7-8792-C254D1D0C90D}" dt="2024-02-15T22:29:51.791" v="2076"/>
          <ac:spMkLst>
            <pc:docMk/>
            <pc:sldMk cId="3776631030" sldId="263"/>
            <ac:spMk id="2" creationId="{65714AF7-A088-9F24-7E0A-152F89094C34}"/>
          </ac:spMkLst>
        </pc:spChg>
        <pc:spChg chg="add del mod">
          <ac:chgData name="varsha chaudhary" userId="28d2b53ea8f17f6c" providerId="LiveId" clId="{04CFA095-8F7F-4FF7-8792-C254D1D0C90D}" dt="2024-02-15T22:30:44.771" v="2086"/>
          <ac:spMkLst>
            <pc:docMk/>
            <pc:sldMk cId="3776631030" sldId="263"/>
            <ac:spMk id="3" creationId="{6200256F-3126-CB97-4347-54CE25A6CA88}"/>
          </ac:spMkLst>
        </pc:spChg>
        <pc:spChg chg="add mod">
          <ac:chgData name="varsha chaudhary" userId="28d2b53ea8f17f6c" providerId="LiveId" clId="{04CFA095-8F7F-4FF7-8792-C254D1D0C90D}" dt="2024-02-15T22:52:10.647" v="3235" actId="20577"/>
          <ac:spMkLst>
            <pc:docMk/>
            <pc:sldMk cId="3776631030" sldId="263"/>
            <ac:spMk id="4" creationId="{892D8DE6-3376-F6D8-2E08-9E23D3E54258}"/>
          </ac:spMkLst>
        </pc:spChg>
      </pc:sldChg>
      <pc:sldChg chg="addSp delSp modSp new mod setBg">
        <pc:chgData name="varsha chaudhary" userId="28d2b53ea8f17f6c" providerId="LiveId" clId="{04CFA095-8F7F-4FF7-8792-C254D1D0C90D}" dt="2024-02-15T23:19:43.253" v="4011" actId="14100"/>
        <pc:sldMkLst>
          <pc:docMk/>
          <pc:sldMk cId="1132170579" sldId="264"/>
        </pc:sldMkLst>
        <pc:spChg chg="add del mod">
          <ac:chgData name="varsha chaudhary" userId="28d2b53ea8f17f6c" providerId="LiveId" clId="{04CFA095-8F7F-4FF7-8792-C254D1D0C90D}" dt="2024-02-15T22:53:28.796" v="3238"/>
          <ac:spMkLst>
            <pc:docMk/>
            <pc:sldMk cId="1132170579" sldId="264"/>
            <ac:spMk id="2" creationId="{90D08DD5-EB57-B9CC-E09A-090341835C5D}"/>
          </ac:spMkLst>
        </pc:spChg>
        <pc:spChg chg="add mod ord">
          <ac:chgData name="varsha chaudhary" userId="28d2b53ea8f17f6c" providerId="LiveId" clId="{04CFA095-8F7F-4FF7-8792-C254D1D0C90D}" dt="2024-02-15T23:19:18.715" v="4006" actId="255"/>
          <ac:spMkLst>
            <pc:docMk/>
            <pc:sldMk cId="1132170579" sldId="264"/>
            <ac:spMk id="3" creationId="{3ECC07D3-6E9C-A5AB-DE58-61C383409AA0}"/>
          </ac:spMkLst>
        </pc:spChg>
        <pc:spChg chg="add del">
          <ac:chgData name="varsha chaudhary" userId="28d2b53ea8f17f6c" providerId="LiveId" clId="{04CFA095-8F7F-4FF7-8792-C254D1D0C90D}" dt="2024-02-15T23:17:59.796" v="3984" actId="26606"/>
          <ac:spMkLst>
            <pc:docMk/>
            <pc:sldMk cId="1132170579" sldId="264"/>
            <ac:spMk id="18" creationId="{F13C74B1-5B17-4795-BED0-7140497B445A}"/>
          </ac:spMkLst>
        </pc:spChg>
        <pc:spChg chg="add del">
          <ac:chgData name="varsha chaudhary" userId="28d2b53ea8f17f6c" providerId="LiveId" clId="{04CFA095-8F7F-4FF7-8792-C254D1D0C90D}" dt="2024-02-15T23:17:59.796" v="3984" actId="26606"/>
          <ac:spMkLst>
            <pc:docMk/>
            <pc:sldMk cId="1132170579" sldId="264"/>
            <ac:spMk id="20" creationId="{D4974D33-8DC5-464E-8C6D-BE58F0669C17}"/>
          </ac:spMkLst>
        </pc:spChg>
        <pc:spChg chg="add del">
          <ac:chgData name="varsha chaudhary" userId="28d2b53ea8f17f6c" providerId="LiveId" clId="{04CFA095-8F7F-4FF7-8792-C254D1D0C90D}" dt="2024-02-15T23:18:02.471" v="3986" actId="26606"/>
          <ac:spMkLst>
            <pc:docMk/>
            <pc:sldMk cId="1132170579" sldId="264"/>
            <ac:spMk id="22" creationId="{80DF40B2-80F7-4E71-B46C-284163F3654A}"/>
          </ac:spMkLst>
        </pc:spChg>
        <pc:spChg chg="add del">
          <ac:chgData name="varsha chaudhary" userId="28d2b53ea8f17f6c" providerId="LiveId" clId="{04CFA095-8F7F-4FF7-8792-C254D1D0C90D}" dt="2024-02-15T23:18:05.808" v="3988" actId="26606"/>
          <ac:spMkLst>
            <pc:docMk/>
            <pc:sldMk cId="1132170579" sldId="264"/>
            <ac:spMk id="24" creationId="{04812C46-200A-4DEB-A05E-3ED6C68C2387}"/>
          </ac:spMkLst>
        </pc:spChg>
        <pc:spChg chg="add del">
          <ac:chgData name="varsha chaudhary" userId="28d2b53ea8f17f6c" providerId="LiveId" clId="{04CFA095-8F7F-4FF7-8792-C254D1D0C90D}" dt="2024-02-15T23:18:05.808" v="3988" actId="26606"/>
          <ac:spMkLst>
            <pc:docMk/>
            <pc:sldMk cId="1132170579" sldId="264"/>
            <ac:spMk id="25" creationId="{D1EA859B-E555-4109-94F3-6700E046E008}"/>
          </ac:spMkLst>
        </pc:spChg>
        <pc:spChg chg="add del">
          <ac:chgData name="varsha chaudhary" userId="28d2b53ea8f17f6c" providerId="LiveId" clId="{04CFA095-8F7F-4FF7-8792-C254D1D0C90D}" dt="2024-02-15T23:18:21.647" v="3995" actId="26606"/>
          <ac:spMkLst>
            <pc:docMk/>
            <pc:sldMk cId="1132170579" sldId="264"/>
            <ac:spMk id="27" creationId="{F13C74B1-5B17-4795-BED0-7140497B445A}"/>
          </ac:spMkLst>
        </pc:spChg>
        <pc:spChg chg="add del">
          <ac:chgData name="varsha chaudhary" userId="28d2b53ea8f17f6c" providerId="LiveId" clId="{04CFA095-8F7F-4FF7-8792-C254D1D0C90D}" dt="2024-02-15T23:18:21.647" v="3995" actId="26606"/>
          <ac:spMkLst>
            <pc:docMk/>
            <pc:sldMk cId="1132170579" sldId="264"/>
            <ac:spMk id="28" creationId="{D4974D33-8DC5-464E-8C6D-BE58F0669C17}"/>
          </ac:spMkLst>
        </pc:spChg>
        <pc:spChg chg="add del">
          <ac:chgData name="varsha chaudhary" userId="28d2b53ea8f17f6c" providerId="LiveId" clId="{04CFA095-8F7F-4FF7-8792-C254D1D0C90D}" dt="2024-02-15T23:18:19.193" v="3992" actId="26606"/>
          <ac:spMkLst>
            <pc:docMk/>
            <pc:sldMk cId="1132170579" sldId="264"/>
            <ac:spMk id="33" creationId="{80DF40B2-80F7-4E71-B46C-284163F3654A}"/>
          </ac:spMkLst>
        </pc:spChg>
        <pc:spChg chg="add del">
          <ac:chgData name="varsha chaudhary" userId="28d2b53ea8f17f6c" providerId="LiveId" clId="{04CFA095-8F7F-4FF7-8792-C254D1D0C90D}" dt="2024-02-15T23:18:21.647" v="3994" actId="26606"/>
          <ac:spMkLst>
            <pc:docMk/>
            <pc:sldMk cId="1132170579" sldId="264"/>
            <ac:spMk id="35" creationId="{DC39DE25-0E4E-0AA7-0932-1D78C2372786}"/>
          </ac:spMkLst>
        </pc:spChg>
        <pc:spChg chg="add del">
          <ac:chgData name="varsha chaudhary" userId="28d2b53ea8f17f6c" providerId="LiveId" clId="{04CFA095-8F7F-4FF7-8792-C254D1D0C90D}" dt="2024-02-15T23:18:21.647" v="3994" actId="26606"/>
          <ac:spMkLst>
            <pc:docMk/>
            <pc:sldMk cId="1132170579" sldId="264"/>
            <ac:spMk id="36" creationId="{AE3A741D-C19B-960A-5803-1C5887147820}"/>
          </ac:spMkLst>
        </pc:spChg>
        <pc:spChg chg="add del">
          <ac:chgData name="varsha chaudhary" userId="28d2b53ea8f17f6c" providerId="LiveId" clId="{04CFA095-8F7F-4FF7-8792-C254D1D0C90D}" dt="2024-02-15T23:18:21.647" v="3994" actId="26606"/>
          <ac:spMkLst>
            <pc:docMk/>
            <pc:sldMk cId="1132170579" sldId="264"/>
            <ac:spMk id="37" creationId="{8D6EA299-0840-6DEA-E670-C49AEBC87E89}"/>
          </ac:spMkLst>
        </pc:spChg>
        <pc:picChg chg="add del mod">
          <ac:chgData name="varsha chaudhary" userId="28d2b53ea8f17f6c" providerId="LiveId" clId="{04CFA095-8F7F-4FF7-8792-C254D1D0C90D}" dt="2024-02-15T23:16:46.877" v="3967" actId="478"/>
          <ac:picMkLst>
            <pc:docMk/>
            <pc:sldMk cId="1132170579" sldId="264"/>
            <ac:picMk id="5" creationId="{1C3B067C-8E4C-2012-B7FC-4434872BD1C6}"/>
          </ac:picMkLst>
        </pc:picChg>
        <pc:picChg chg="add del mod">
          <ac:chgData name="varsha chaudhary" userId="28d2b53ea8f17f6c" providerId="LiveId" clId="{04CFA095-8F7F-4FF7-8792-C254D1D0C90D}" dt="2024-02-15T23:17:05.097" v="3971" actId="478"/>
          <ac:picMkLst>
            <pc:docMk/>
            <pc:sldMk cId="1132170579" sldId="264"/>
            <ac:picMk id="7" creationId="{A73EE7DE-D2C9-7E7C-BCC5-1599BB6B820E}"/>
          </ac:picMkLst>
        </pc:picChg>
        <pc:picChg chg="add del mod">
          <ac:chgData name="varsha chaudhary" userId="28d2b53ea8f17f6c" providerId="LiveId" clId="{04CFA095-8F7F-4FF7-8792-C254D1D0C90D}" dt="2024-02-15T23:17:21.361" v="3975" actId="478"/>
          <ac:picMkLst>
            <pc:docMk/>
            <pc:sldMk cId="1132170579" sldId="264"/>
            <ac:picMk id="9" creationId="{5A5C27EC-59DB-02C0-8BBC-D0A8A8D5B0ED}"/>
          </ac:picMkLst>
        </pc:picChg>
        <pc:picChg chg="add del mod">
          <ac:chgData name="varsha chaudhary" userId="28d2b53ea8f17f6c" providerId="LiveId" clId="{04CFA095-8F7F-4FF7-8792-C254D1D0C90D}" dt="2024-02-15T23:17:40.285" v="3979" actId="478"/>
          <ac:picMkLst>
            <pc:docMk/>
            <pc:sldMk cId="1132170579" sldId="264"/>
            <ac:picMk id="11" creationId="{BCE2E350-B1CD-6F2A-534A-623260729255}"/>
          </ac:picMkLst>
        </pc:picChg>
        <pc:picChg chg="add mod">
          <ac:chgData name="varsha chaudhary" userId="28d2b53ea8f17f6c" providerId="LiveId" clId="{04CFA095-8F7F-4FF7-8792-C254D1D0C90D}" dt="2024-02-15T23:19:43.253" v="4011" actId="14100"/>
          <ac:picMkLst>
            <pc:docMk/>
            <pc:sldMk cId="1132170579" sldId="264"/>
            <ac:picMk id="13" creationId="{4B8BBB24-37C1-2043-8C46-6725FADA7E98}"/>
          </ac:picMkLst>
        </pc:picChg>
        <pc:cxnChg chg="add">
          <ac:chgData name="varsha chaudhary" userId="28d2b53ea8f17f6c" providerId="LiveId" clId="{04CFA095-8F7F-4FF7-8792-C254D1D0C90D}" dt="2024-02-15T23:18:21.647" v="3995" actId="26606"/>
          <ac:cxnSpMkLst>
            <pc:docMk/>
            <pc:sldMk cId="1132170579" sldId="264"/>
            <ac:cxnSpMk id="39" creationId="{FC23E3B9-5ABF-58B3-E2B0-E9A5DAA90037}"/>
          </ac:cxnSpMkLst>
        </pc:cxnChg>
      </pc:sldChg>
      <pc:sldChg chg="addSp modSp new mod">
        <pc:chgData name="varsha chaudhary" userId="28d2b53ea8f17f6c" providerId="LiveId" clId="{04CFA095-8F7F-4FF7-8792-C254D1D0C90D}" dt="2024-02-16T01:09:36.983" v="4113" actId="1076"/>
        <pc:sldMkLst>
          <pc:docMk/>
          <pc:sldMk cId="2246132840" sldId="265"/>
        </pc:sldMkLst>
        <pc:spChg chg="add mod">
          <ac:chgData name="varsha chaudhary" userId="28d2b53ea8f17f6c" providerId="LiveId" clId="{04CFA095-8F7F-4FF7-8792-C254D1D0C90D}" dt="2024-02-16T01:09:36.983" v="4113" actId="1076"/>
          <ac:spMkLst>
            <pc:docMk/>
            <pc:sldMk cId="2246132840" sldId="265"/>
            <ac:spMk id="2" creationId="{F388B729-262D-DE81-2AC7-ADEAA45E2C01}"/>
          </ac:spMkLst>
        </pc:spChg>
      </pc:sldChg>
      <pc:sldChg chg="addSp delSp modSp new mod">
        <pc:chgData name="varsha chaudhary" userId="28d2b53ea8f17f6c" providerId="LiveId" clId="{04CFA095-8F7F-4FF7-8792-C254D1D0C90D}" dt="2024-02-16T02:29:22.274" v="4916" actId="20577"/>
        <pc:sldMkLst>
          <pc:docMk/>
          <pc:sldMk cId="1235347051" sldId="266"/>
        </pc:sldMkLst>
        <pc:spChg chg="add del mod">
          <ac:chgData name="varsha chaudhary" userId="28d2b53ea8f17f6c" providerId="LiveId" clId="{04CFA095-8F7F-4FF7-8792-C254D1D0C90D}" dt="2024-02-15T23:36:18.393" v="4016" actId="478"/>
          <ac:spMkLst>
            <pc:docMk/>
            <pc:sldMk cId="1235347051" sldId="266"/>
            <ac:spMk id="2" creationId="{CA7C6F25-FA6F-89E1-229D-C50D7BB986B8}"/>
          </ac:spMkLst>
        </pc:spChg>
        <pc:spChg chg="add del mod">
          <ac:chgData name="varsha chaudhary" userId="28d2b53ea8f17f6c" providerId="LiveId" clId="{04CFA095-8F7F-4FF7-8792-C254D1D0C90D}" dt="2024-02-15T23:48:36.729" v="4026"/>
          <ac:spMkLst>
            <pc:docMk/>
            <pc:sldMk cId="1235347051" sldId="266"/>
            <ac:spMk id="3" creationId="{007B4A6B-F1F6-7892-B2A9-6A048C898F38}"/>
          </ac:spMkLst>
        </pc:spChg>
        <pc:spChg chg="add del mod">
          <ac:chgData name="varsha chaudhary" userId="28d2b53ea8f17f6c" providerId="LiveId" clId="{04CFA095-8F7F-4FF7-8792-C254D1D0C90D}" dt="2024-02-16T02:29:22.274" v="4916" actId="20577"/>
          <ac:spMkLst>
            <pc:docMk/>
            <pc:sldMk cId="1235347051" sldId="266"/>
            <ac:spMk id="4" creationId="{DE565ECC-35AA-E7A4-F1B9-3C0176B24796}"/>
          </ac:spMkLst>
        </pc:spChg>
      </pc:sldChg>
      <pc:sldChg chg="addSp delSp modSp new mod">
        <pc:chgData name="varsha chaudhary" userId="28d2b53ea8f17f6c" providerId="LiveId" clId="{04CFA095-8F7F-4FF7-8792-C254D1D0C90D}" dt="2024-02-16T01:32:13.922" v="4349" actId="1076"/>
        <pc:sldMkLst>
          <pc:docMk/>
          <pc:sldMk cId="3634325585" sldId="267"/>
        </pc:sldMkLst>
        <pc:spChg chg="add mod">
          <ac:chgData name="varsha chaudhary" userId="28d2b53ea8f17f6c" providerId="LiveId" clId="{04CFA095-8F7F-4FF7-8792-C254D1D0C90D}" dt="2024-02-16T01:32:13.922" v="4349" actId="1076"/>
          <ac:spMkLst>
            <pc:docMk/>
            <pc:sldMk cId="3634325585" sldId="267"/>
            <ac:spMk id="2" creationId="{5980F42D-6635-4FB7-D28D-B6C58E3204BC}"/>
          </ac:spMkLst>
        </pc:spChg>
        <pc:spChg chg="add del">
          <ac:chgData name="varsha chaudhary" userId="28d2b53ea8f17f6c" providerId="LiveId" clId="{04CFA095-8F7F-4FF7-8792-C254D1D0C90D}" dt="2024-02-16T01:25:21.299" v="4319" actId="478"/>
          <ac:spMkLst>
            <pc:docMk/>
            <pc:sldMk cId="3634325585" sldId="267"/>
            <ac:spMk id="4" creationId="{E981FCA8-E955-DA0B-5AB8-E0EB35400AD6}"/>
          </ac:spMkLst>
        </pc:spChg>
      </pc:sldChg>
      <pc:sldChg chg="addSp delSp modSp new mod setBg">
        <pc:chgData name="varsha chaudhary" userId="28d2b53ea8f17f6c" providerId="LiveId" clId="{04CFA095-8F7F-4FF7-8792-C254D1D0C90D}" dt="2024-02-16T02:08:16.950" v="4759" actId="20577"/>
        <pc:sldMkLst>
          <pc:docMk/>
          <pc:sldMk cId="303677285" sldId="268"/>
        </pc:sldMkLst>
        <pc:spChg chg="add del mod">
          <ac:chgData name="varsha chaudhary" userId="28d2b53ea8f17f6c" providerId="LiveId" clId="{04CFA095-8F7F-4FF7-8792-C254D1D0C90D}" dt="2024-02-16T01:32:48.279" v="4353"/>
          <ac:spMkLst>
            <pc:docMk/>
            <pc:sldMk cId="303677285" sldId="268"/>
            <ac:spMk id="2" creationId="{5B8C1DED-EBBA-9646-3DE5-E549D785AF14}"/>
          </ac:spMkLst>
        </pc:spChg>
        <pc:spChg chg="add mod">
          <ac:chgData name="varsha chaudhary" userId="28d2b53ea8f17f6c" providerId="LiveId" clId="{04CFA095-8F7F-4FF7-8792-C254D1D0C90D}" dt="2024-02-16T01:48:47.043" v="4424" actId="14100"/>
          <ac:spMkLst>
            <pc:docMk/>
            <pc:sldMk cId="303677285" sldId="268"/>
            <ac:spMk id="4" creationId="{51BF44C4-7998-FB90-58AD-1CF2EBFA00CE}"/>
          </ac:spMkLst>
        </pc:spChg>
        <pc:spChg chg="add mod">
          <ac:chgData name="varsha chaudhary" userId="28d2b53ea8f17f6c" providerId="LiveId" clId="{04CFA095-8F7F-4FF7-8792-C254D1D0C90D}" dt="2024-02-16T02:08:16.950" v="4759" actId="20577"/>
          <ac:spMkLst>
            <pc:docMk/>
            <pc:sldMk cId="303677285" sldId="268"/>
            <ac:spMk id="5" creationId="{F0DAE5B4-EADA-9887-6932-D090181E7EC2}"/>
          </ac:spMkLst>
        </pc:spChg>
        <pc:spChg chg="add del">
          <ac:chgData name="varsha chaudhary" userId="28d2b53ea8f17f6c" providerId="LiveId" clId="{04CFA095-8F7F-4FF7-8792-C254D1D0C90D}" dt="2024-02-16T01:46:15.494" v="4390" actId="26606"/>
          <ac:spMkLst>
            <pc:docMk/>
            <pc:sldMk cId="303677285" sldId="268"/>
            <ac:spMk id="10" creationId="{3ECBE1F1-D69B-4AFA-ABD5-8E41720EF6DE}"/>
          </ac:spMkLst>
        </pc:spChg>
        <pc:spChg chg="add del">
          <ac:chgData name="varsha chaudhary" userId="28d2b53ea8f17f6c" providerId="LiveId" clId="{04CFA095-8F7F-4FF7-8792-C254D1D0C90D}" dt="2024-02-16T01:46:15.494" v="4390" actId="26606"/>
          <ac:spMkLst>
            <pc:docMk/>
            <pc:sldMk cId="303677285" sldId="268"/>
            <ac:spMk id="12" creationId="{603A6265-E10C-4B85-9C20-E75FCAF9CC63}"/>
          </ac:spMkLst>
        </pc:spChg>
        <pc:grpChg chg="add del">
          <ac:chgData name="varsha chaudhary" userId="28d2b53ea8f17f6c" providerId="LiveId" clId="{04CFA095-8F7F-4FF7-8792-C254D1D0C90D}" dt="2024-02-16T01:46:47.787" v="4405" actId="26606"/>
          <ac:grpSpMkLst>
            <pc:docMk/>
            <pc:sldMk cId="303677285" sldId="268"/>
            <ac:grpSpMk id="17" creationId="{3AFCAD34-1AFC-BC1A-F6B2-C34C63912EAB}"/>
          </ac:grpSpMkLst>
        </pc:grpChg>
        <pc:grpChg chg="add">
          <ac:chgData name="varsha chaudhary" userId="28d2b53ea8f17f6c" providerId="LiveId" clId="{04CFA095-8F7F-4FF7-8792-C254D1D0C90D}" dt="2024-02-16T01:46:47.787" v="4405" actId="26606"/>
          <ac:grpSpMkLst>
            <pc:docMk/>
            <pc:sldMk cId="303677285" sldId="268"/>
            <ac:grpSpMk id="24" creationId="{3AFCAD34-1AFC-BC1A-F6B2-C34C63912EAB}"/>
          </ac:grpSpMkLst>
        </pc:grpChg>
        <pc:picChg chg="add mod ord">
          <ac:chgData name="varsha chaudhary" userId="28d2b53ea8f17f6c" providerId="LiveId" clId="{04CFA095-8F7F-4FF7-8792-C254D1D0C90D}" dt="2024-02-16T01:46:34.098" v="4400" actId="14100"/>
          <ac:picMkLst>
            <pc:docMk/>
            <pc:sldMk cId="303677285" sldId="268"/>
            <ac:picMk id="6" creationId="{968D29F9-76E4-EE18-852B-F88D9097BF63}"/>
          </ac:picMkLst>
        </pc:picChg>
      </pc:sldChg>
      <pc:sldChg chg="addSp delSp modSp new mod setBg">
        <pc:chgData name="varsha chaudhary" userId="28d2b53ea8f17f6c" providerId="LiveId" clId="{04CFA095-8F7F-4FF7-8792-C254D1D0C90D}" dt="2024-02-16T02:05:31.171" v="4524" actId="9405"/>
        <pc:sldMkLst>
          <pc:docMk/>
          <pc:sldMk cId="976724270" sldId="269"/>
        </pc:sldMkLst>
        <pc:spChg chg="add del">
          <ac:chgData name="varsha chaudhary" userId="28d2b53ea8f17f6c" providerId="LiveId" clId="{04CFA095-8F7F-4FF7-8792-C254D1D0C90D}" dt="2024-02-16T01:45:23.752" v="4381" actId="26606"/>
          <ac:spMkLst>
            <pc:docMk/>
            <pc:sldMk cId="976724270" sldId="269"/>
            <ac:spMk id="8" creationId="{32BC26D8-82FB-445E-AA49-62A77D7C1EE0}"/>
          </ac:spMkLst>
        </pc:spChg>
        <pc:spChg chg="add del">
          <ac:chgData name="varsha chaudhary" userId="28d2b53ea8f17f6c" providerId="LiveId" clId="{04CFA095-8F7F-4FF7-8792-C254D1D0C90D}" dt="2024-02-16T01:45:23.752" v="4381" actId="26606"/>
          <ac:spMkLst>
            <pc:docMk/>
            <pc:sldMk cId="976724270" sldId="269"/>
            <ac:spMk id="10" creationId="{CB44330D-EA18-4254-AA95-EB49948539B8}"/>
          </ac:spMkLst>
        </pc:spChg>
        <pc:spChg chg="add">
          <ac:chgData name="varsha chaudhary" userId="28d2b53ea8f17f6c" providerId="LiveId" clId="{04CFA095-8F7F-4FF7-8792-C254D1D0C90D}" dt="2024-02-16T01:45:23.752" v="4381" actId="26606"/>
          <ac:spMkLst>
            <pc:docMk/>
            <pc:sldMk cId="976724270" sldId="269"/>
            <ac:spMk id="12" creationId="{32BC26D8-82FB-445E-AA49-62A77D7C1EE0}"/>
          </ac:spMkLst>
        </pc:spChg>
        <pc:spChg chg="add">
          <ac:chgData name="varsha chaudhary" userId="28d2b53ea8f17f6c" providerId="LiveId" clId="{04CFA095-8F7F-4FF7-8792-C254D1D0C90D}" dt="2024-02-16T01:45:23.752" v="4381" actId="26606"/>
          <ac:spMkLst>
            <pc:docMk/>
            <pc:sldMk cId="976724270" sldId="269"/>
            <ac:spMk id="13" creationId="{CB44330D-EA18-4254-AA95-EB49948539B8}"/>
          </ac:spMkLst>
        </pc:spChg>
        <pc:spChg chg="add del">
          <ac:chgData name="varsha chaudhary" userId="28d2b53ea8f17f6c" providerId="LiveId" clId="{04CFA095-8F7F-4FF7-8792-C254D1D0C90D}" dt="2024-02-16T01:45:18.869" v="4376" actId="26606"/>
          <ac:spMkLst>
            <pc:docMk/>
            <pc:sldMk cId="976724270" sldId="269"/>
            <ac:spMk id="15" creationId="{AB8C311F-7253-4AED-9701-7FC0708C41C7}"/>
          </ac:spMkLst>
        </pc:spChg>
        <pc:spChg chg="add del">
          <ac:chgData name="varsha chaudhary" userId="28d2b53ea8f17f6c" providerId="LiveId" clId="{04CFA095-8F7F-4FF7-8792-C254D1D0C90D}" dt="2024-02-16T01:45:18.869" v="4376" actId="26606"/>
          <ac:spMkLst>
            <pc:docMk/>
            <pc:sldMk cId="976724270" sldId="269"/>
            <ac:spMk id="17" creationId="{E2384209-CB15-4CDF-9D31-C44FD9A3F20D}"/>
          </ac:spMkLst>
        </pc:spChg>
        <pc:spChg chg="add del">
          <ac:chgData name="varsha chaudhary" userId="28d2b53ea8f17f6c" providerId="LiveId" clId="{04CFA095-8F7F-4FF7-8792-C254D1D0C90D}" dt="2024-02-16T01:45:18.869" v="4376" actId="26606"/>
          <ac:spMkLst>
            <pc:docMk/>
            <pc:sldMk cId="976724270" sldId="269"/>
            <ac:spMk id="19" creationId="{2633B3B5-CC90-43F0-8714-D31D1F3F0209}"/>
          </ac:spMkLst>
        </pc:spChg>
        <pc:spChg chg="add del">
          <ac:chgData name="varsha chaudhary" userId="28d2b53ea8f17f6c" providerId="LiveId" clId="{04CFA095-8F7F-4FF7-8792-C254D1D0C90D}" dt="2024-02-16T01:45:18.869" v="4376" actId="26606"/>
          <ac:spMkLst>
            <pc:docMk/>
            <pc:sldMk cId="976724270" sldId="269"/>
            <ac:spMk id="21" creationId="{A8D57A06-A426-446D-B02C-A2DC6B62E45E}"/>
          </ac:spMkLst>
        </pc:spChg>
        <pc:spChg chg="add del">
          <ac:chgData name="varsha chaudhary" userId="28d2b53ea8f17f6c" providerId="LiveId" clId="{04CFA095-8F7F-4FF7-8792-C254D1D0C90D}" dt="2024-02-16T01:45:22.689" v="4378" actId="26606"/>
          <ac:spMkLst>
            <pc:docMk/>
            <pc:sldMk cId="976724270" sldId="269"/>
            <ac:spMk id="23" creationId="{42A4FC2C-047E-45A5-965D-8E1E3BF09BC6}"/>
          </ac:spMkLst>
        </pc:spChg>
        <pc:picChg chg="add mod modCrop">
          <ac:chgData name="varsha chaudhary" userId="28d2b53ea8f17f6c" providerId="LiveId" clId="{04CFA095-8F7F-4FF7-8792-C254D1D0C90D}" dt="2024-02-16T02:02:36.981" v="4506" actId="1076"/>
          <ac:picMkLst>
            <pc:docMk/>
            <pc:sldMk cId="976724270" sldId="269"/>
            <ac:picMk id="3" creationId="{3CA1C16A-D9F0-A16E-CE39-97F194936340}"/>
          </ac:picMkLst>
        </pc:picChg>
        <pc:inkChg chg="add del">
          <ac:chgData name="varsha chaudhary" userId="28d2b53ea8f17f6c" providerId="LiveId" clId="{04CFA095-8F7F-4FF7-8792-C254D1D0C90D}" dt="2024-02-16T02:03:04.341" v="4508" actId="9405"/>
          <ac:inkMkLst>
            <pc:docMk/>
            <pc:sldMk cId="976724270" sldId="269"/>
            <ac:inkMk id="4" creationId="{5A114D33-0EAB-D6E6-8D2E-DFCC6ADC4D59}"/>
          </ac:inkMkLst>
        </pc:inkChg>
        <pc:inkChg chg="add del">
          <ac:chgData name="varsha chaudhary" userId="28d2b53ea8f17f6c" providerId="LiveId" clId="{04CFA095-8F7F-4FF7-8792-C254D1D0C90D}" dt="2024-02-16T02:04:33.251" v="4516" actId="9405"/>
          <ac:inkMkLst>
            <pc:docMk/>
            <pc:sldMk cId="976724270" sldId="269"/>
            <ac:inkMk id="5" creationId="{DC5293A8-B56C-17BB-1D3A-551B4772243E}"/>
          </ac:inkMkLst>
        </pc:inkChg>
        <pc:inkChg chg="add del">
          <ac:chgData name="varsha chaudhary" userId="28d2b53ea8f17f6c" providerId="LiveId" clId="{04CFA095-8F7F-4FF7-8792-C254D1D0C90D}" dt="2024-02-16T02:04:32.811" v="4515" actId="9405"/>
          <ac:inkMkLst>
            <pc:docMk/>
            <pc:sldMk cId="976724270" sldId="269"/>
            <ac:inkMk id="6" creationId="{0045A4E5-CFD1-B340-0273-95EBE10C9660}"/>
          </ac:inkMkLst>
        </pc:inkChg>
        <pc:inkChg chg="add del">
          <ac:chgData name="varsha chaudhary" userId="28d2b53ea8f17f6c" providerId="LiveId" clId="{04CFA095-8F7F-4FF7-8792-C254D1D0C90D}" dt="2024-02-16T02:04:32.591" v="4514" actId="9405"/>
          <ac:inkMkLst>
            <pc:docMk/>
            <pc:sldMk cId="976724270" sldId="269"/>
            <ac:inkMk id="7" creationId="{330B9240-5BDC-F14E-B071-6F8EF5FADE41}"/>
          </ac:inkMkLst>
        </pc:inkChg>
        <pc:inkChg chg="add del">
          <ac:chgData name="varsha chaudhary" userId="28d2b53ea8f17f6c" providerId="LiveId" clId="{04CFA095-8F7F-4FF7-8792-C254D1D0C90D}" dt="2024-02-16T02:04:32.199" v="4513" actId="9405"/>
          <ac:inkMkLst>
            <pc:docMk/>
            <pc:sldMk cId="976724270" sldId="269"/>
            <ac:inkMk id="9" creationId="{E0192E8B-ECFF-3578-E4F7-D89BF7C5E543}"/>
          </ac:inkMkLst>
        </pc:inkChg>
        <pc:inkChg chg="add del">
          <ac:chgData name="varsha chaudhary" userId="28d2b53ea8f17f6c" providerId="LiveId" clId="{04CFA095-8F7F-4FF7-8792-C254D1D0C90D}" dt="2024-02-16T02:05:02.192" v="4518" actId="9405"/>
          <ac:inkMkLst>
            <pc:docMk/>
            <pc:sldMk cId="976724270" sldId="269"/>
            <ac:inkMk id="11" creationId="{A59728C1-FE48-DF8C-B376-263FE33B4B31}"/>
          </ac:inkMkLst>
        </pc:inkChg>
        <pc:inkChg chg="add">
          <ac:chgData name="varsha chaudhary" userId="28d2b53ea8f17f6c" providerId="LiveId" clId="{04CFA095-8F7F-4FF7-8792-C254D1D0C90D}" dt="2024-02-16T02:05:14.010" v="4519" actId="9405"/>
          <ac:inkMkLst>
            <pc:docMk/>
            <pc:sldMk cId="976724270" sldId="269"/>
            <ac:inkMk id="14" creationId="{3A4DB897-00EC-F781-30F7-E9ED2F37319C}"/>
          </ac:inkMkLst>
        </pc:inkChg>
        <pc:inkChg chg="add">
          <ac:chgData name="varsha chaudhary" userId="28d2b53ea8f17f6c" providerId="LiveId" clId="{04CFA095-8F7F-4FF7-8792-C254D1D0C90D}" dt="2024-02-16T02:05:20.353" v="4520" actId="9405"/>
          <ac:inkMkLst>
            <pc:docMk/>
            <pc:sldMk cId="976724270" sldId="269"/>
            <ac:inkMk id="16" creationId="{219FE996-26F6-4E2B-BB5E-3479B7A37C25}"/>
          </ac:inkMkLst>
        </pc:inkChg>
        <pc:inkChg chg="add">
          <ac:chgData name="varsha chaudhary" userId="28d2b53ea8f17f6c" providerId="LiveId" clId="{04CFA095-8F7F-4FF7-8792-C254D1D0C90D}" dt="2024-02-16T02:05:23.905" v="4521" actId="9405"/>
          <ac:inkMkLst>
            <pc:docMk/>
            <pc:sldMk cId="976724270" sldId="269"/>
            <ac:inkMk id="18" creationId="{B493B584-C569-C3DC-0C07-BDA070A37B41}"/>
          </ac:inkMkLst>
        </pc:inkChg>
        <pc:inkChg chg="add">
          <ac:chgData name="varsha chaudhary" userId="28d2b53ea8f17f6c" providerId="LiveId" clId="{04CFA095-8F7F-4FF7-8792-C254D1D0C90D}" dt="2024-02-16T02:05:26.034" v="4522" actId="9405"/>
          <ac:inkMkLst>
            <pc:docMk/>
            <pc:sldMk cId="976724270" sldId="269"/>
            <ac:inkMk id="20" creationId="{85A3276A-551F-004F-6838-035A0ECA24C2}"/>
          </ac:inkMkLst>
        </pc:inkChg>
        <pc:inkChg chg="add">
          <ac:chgData name="varsha chaudhary" userId="28d2b53ea8f17f6c" providerId="LiveId" clId="{04CFA095-8F7F-4FF7-8792-C254D1D0C90D}" dt="2024-02-16T02:05:29.120" v="4523" actId="9405"/>
          <ac:inkMkLst>
            <pc:docMk/>
            <pc:sldMk cId="976724270" sldId="269"/>
            <ac:inkMk id="22" creationId="{F87A4354-BDD9-A184-3A58-70C7D6F7D0F9}"/>
          </ac:inkMkLst>
        </pc:inkChg>
        <pc:inkChg chg="add">
          <ac:chgData name="varsha chaudhary" userId="28d2b53ea8f17f6c" providerId="LiveId" clId="{04CFA095-8F7F-4FF7-8792-C254D1D0C90D}" dt="2024-02-16T02:05:31.171" v="4524" actId="9405"/>
          <ac:inkMkLst>
            <pc:docMk/>
            <pc:sldMk cId="976724270" sldId="269"/>
            <ac:inkMk id="24" creationId="{47119D61-0BFA-0EA3-7AEB-167FEC599C70}"/>
          </ac:inkMkLst>
        </pc:inkChg>
      </pc:sldChg>
      <pc:sldChg chg="addSp modSp new mod">
        <pc:chgData name="varsha chaudhary" userId="28d2b53ea8f17f6c" providerId="LiveId" clId="{04CFA095-8F7F-4FF7-8792-C254D1D0C90D}" dt="2024-02-16T02:30:08.085" v="4917" actId="255"/>
        <pc:sldMkLst>
          <pc:docMk/>
          <pc:sldMk cId="3539180788" sldId="270"/>
        </pc:sldMkLst>
        <pc:spChg chg="add mod">
          <ac:chgData name="varsha chaudhary" userId="28d2b53ea8f17f6c" providerId="LiveId" clId="{04CFA095-8F7F-4FF7-8792-C254D1D0C90D}" dt="2024-02-16T02:30:08.085" v="4917" actId="255"/>
          <ac:spMkLst>
            <pc:docMk/>
            <pc:sldMk cId="3539180788" sldId="270"/>
            <ac:spMk id="2" creationId="{79E4B27A-87E9-904D-07C8-0F4C37D3F252}"/>
          </ac:spMkLst>
        </pc:spChg>
      </pc:sldChg>
      <pc:sldChg chg="addSp delSp modSp new del mod setBg">
        <pc:chgData name="varsha chaudhary" userId="28d2b53ea8f17f6c" providerId="LiveId" clId="{04CFA095-8F7F-4FF7-8792-C254D1D0C90D}" dt="2024-02-16T02:12:30.090" v="4775" actId="47"/>
        <pc:sldMkLst>
          <pc:docMk/>
          <pc:sldMk cId="3260949076" sldId="271"/>
        </pc:sldMkLst>
        <pc:spChg chg="add">
          <ac:chgData name="varsha chaudhary" userId="28d2b53ea8f17f6c" providerId="LiveId" clId="{04CFA095-8F7F-4FF7-8792-C254D1D0C90D}" dt="2024-02-16T02:11:49.190" v="4768" actId="26606"/>
          <ac:spMkLst>
            <pc:docMk/>
            <pc:sldMk cId="3260949076" sldId="271"/>
            <ac:spMk id="10" creationId="{42A4FC2C-047E-45A5-965D-8E1E3BF09BC6}"/>
          </ac:spMkLst>
        </pc:spChg>
        <pc:picChg chg="add del mod">
          <ac:chgData name="varsha chaudhary" userId="28d2b53ea8f17f6c" providerId="LiveId" clId="{04CFA095-8F7F-4FF7-8792-C254D1D0C90D}" dt="2024-02-16T02:11:26.073" v="4764" actId="478"/>
          <ac:picMkLst>
            <pc:docMk/>
            <pc:sldMk cId="3260949076" sldId="271"/>
            <ac:picMk id="3" creationId="{ABA491DF-C109-A78C-756F-AF7B7DB61C07}"/>
          </ac:picMkLst>
        </pc:picChg>
        <pc:picChg chg="add del mod">
          <ac:chgData name="varsha chaudhary" userId="28d2b53ea8f17f6c" providerId="LiveId" clId="{04CFA095-8F7F-4FF7-8792-C254D1D0C90D}" dt="2024-02-16T02:12:12.847" v="4774" actId="478"/>
          <ac:picMkLst>
            <pc:docMk/>
            <pc:sldMk cId="3260949076" sldId="271"/>
            <ac:picMk id="5" creationId="{97090C9D-040D-DBD7-8D38-66548E003D28}"/>
          </ac:picMkLst>
        </pc:picChg>
      </pc:sldChg>
      <pc:sldChg chg="addSp delSp modSp new mod setBg">
        <pc:chgData name="varsha chaudhary" userId="28d2b53ea8f17f6c" providerId="LiveId" clId="{04CFA095-8F7F-4FF7-8792-C254D1D0C90D}" dt="2024-02-16T04:03:47.412" v="4923" actId="962"/>
        <pc:sldMkLst>
          <pc:docMk/>
          <pc:sldMk cId="4230159756" sldId="271"/>
        </pc:sldMkLst>
        <pc:spChg chg="add del">
          <ac:chgData name="varsha chaudhary" userId="28d2b53ea8f17f6c" providerId="LiveId" clId="{04CFA095-8F7F-4FF7-8792-C254D1D0C90D}" dt="2024-02-16T02:13:07.601" v="4783" actId="26606"/>
          <ac:spMkLst>
            <pc:docMk/>
            <pc:sldMk cId="4230159756" sldId="271"/>
            <ac:spMk id="8" creationId="{32BC26D8-82FB-445E-AA49-62A77D7C1EE0}"/>
          </ac:spMkLst>
        </pc:spChg>
        <pc:spChg chg="add del">
          <ac:chgData name="varsha chaudhary" userId="28d2b53ea8f17f6c" providerId="LiveId" clId="{04CFA095-8F7F-4FF7-8792-C254D1D0C90D}" dt="2024-02-16T02:13:07.601" v="4783" actId="26606"/>
          <ac:spMkLst>
            <pc:docMk/>
            <pc:sldMk cId="4230159756" sldId="271"/>
            <ac:spMk id="10" creationId="{CB44330D-EA18-4254-AA95-EB49948539B8}"/>
          </ac:spMkLst>
        </pc:spChg>
        <pc:spChg chg="add del">
          <ac:chgData name="varsha chaudhary" userId="28d2b53ea8f17f6c" providerId="LiveId" clId="{04CFA095-8F7F-4FF7-8792-C254D1D0C90D}" dt="2024-02-16T02:13:11.298" v="4785" actId="26606"/>
          <ac:spMkLst>
            <pc:docMk/>
            <pc:sldMk cId="4230159756" sldId="271"/>
            <ac:spMk id="12" creationId="{01D0AF59-99C3-4251-AB9A-C966C6AD4400}"/>
          </ac:spMkLst>
        </pc:spChg>
        <pc:spChg chg="add del">
          <ac:chgData name="varsha chaudhary" userId="28d2b53ea8f17f6c" providerId="LiveId" clId="{04CFA095-8F7F-4FF7-8792-C254D1D0C90D}" dt="2024-02-16T02:13:11.298" v="4785" actId="26606"/>
          <ac:spMkLst>
            <pc:docMk/>
            <pc:sldMk cId="4230159756" sldId="271"/>
            <ac:spMk id="13" creationId="{1855405F-37A2-4869-9154-F8BE3BECE6C3}"/>
          </ac:spMkLst>
        </pc:spChg>
        <pc:spChg chg="add">
          <ac:chgData name="varsha chaudhary" userId="28d2b53ea8f17f6c" providerId="LiveId" clId="{04CFA095-8F7F-4FF7-8792-C254D1D0C90D}" dt="2024-02-16T02:13:11.298" v="4786" actId="26606"/>
          <ac:spMkLst>
            <pc:docMk/>
            <pc:sldMk cId="4230159756" sldId="271"/>
            <ac:spMk id="14" creationId="{A8D57A06-A426-446D-B02C-A2DC6B62E45E}"/>
          </ac:spMkLst>
        </pc:spChg>
        <pc:spChg chg="add">
          <ac:chgData name="varsha chaudhary" userId="28d2b53ea8f17f6c" providerId="LiveId" clId="{04CFA095-8F7F-4FF7-8792-C254D1D0C90D}" dt="2024-02-16T02:13:11.298" v="4786" actId="26606"/>
          <ac:spMkLst>
            <pc:docMk/>
            <pc:sldMk cId="4230159756" sldId="271"/>
            <ac:spMk id="15" creationId="{AB8C311F-7253-4AED-9701-7FC0708C41C7}"/>
          </ac:spMkLst>
        </pc:spChg>
        <pc:spChg chg="add">
          <ac:chgData name="varsha chaudhary" userId="28d2b53ea8f17f6c" providerId="LiveId" clId="{04CFA095-8F7F-4FF7-8792-C254D1D0C90D}" dt="2024-02-16T02:13:11.298" v="4786" actId="26606"/>
          <ac:spMkLst>
            <pc:docMk/>
            <pc:sldMk cId="4230159756" sldId="271"/>
            <ac:spMk id="16" creationId="{E2384209-CB15-4CDF-9D31-C44FD9A3F20D}"/>
          </ac:spMkLst>
        </pc:spChg>
        <pc:spChg chg="add">
          <ac:chgData name="varsha chaudhary" userId="28d2b53ea8f17f6c" providerId="LiveId" clId="{04CFA095-8F7F-4FF7-8792-C254D1D0C90D}" dt="2024-02-16T02:13:11.298" v="4786" actId="26606"/>
          <ac:spMkLst>
            <pc:docMk/>
            <pc:sldMk cId="4230159756" sldId="271"/>
            <ac:spMk id="17" creationId="{2633B3B5-CC90-43F0-8714-D31D1F3F0209}"/>
          </ac:spMkLst>
        </pc:spChg>
        <pc:picChg chg="add mod">
          <ac:chgData name="varsha chaudhary" userId="28d2b53ea8f17f6c" providerId="LiveId" clId="{04CFA095-8F7F-4FF7-8792-C254D1D0C90D}" dt="2024-02-16T04:03:47.412" v="4923" actId="962"/>
          <ac:picMkLst>
            <pc:docMk/>
            <pc:sldMk cId="4230159756" sldId="271"/>
            <ac:picMk id="3" creationId="{EC1AA47A-FC4F-7A27-4F43-3F3234B05F85}"/>
          </ac:picMkLst>
        </pc:picChg>
      </pc:sldChg>
      <pc:sldChg chg="addSp delSp modSp new mod ord">
        <pc:chgData name="varsha chaudhary" userId="28d2b53ea8f17f6c" providerId="LiveId" clId="{04CFA095-8F7F-4FF7-8792-C254D1D0C90D}" dt="2024-02-17T00:21:05.384" v="4989" actId="20577"/>
        <pc:sldMkLst>
          <pc:docMk/>
          <pc:sldMk cId="3931244003" sldId="272"/>
        </pc:sldMkLst>
        <pc:spChg chg="add del mod">
          <ac:chgData name="varsha chaudhary" userId="28d2b53ea8f17f6c" providerId="LiveId" clId="{04CFA095-8F7F-4FF7-8792-C254D1D0C90D}" dt="2024-02-17T00:19:17.424" v="4962" actId="478"/>
          <ac:spMkLst>
            <pc:docMk/>
            <pc:sldMk cId="3931244003" sldId="272"/>
            <ac:spMk id="2" creationId="{F5BD93E5-2FF5-8E1F-5382-9161C66B041E}"/>
          </ac:spMkLst>
        </pc:spChg>
        <pc:spChg chg="add mod">
          <ac:chgData name="varsha chaudhary" userId="28d2b53ea8f17f6c" providerId="LiveId" clId="{04CFA095-8F7F-4FF7-8792-C254D1D0C90D}" dt="2024-02-17T00:21:05.384" v="4989" actId="20577"/>
          <ac:spMkLst>
            <pc:docMk/>
            <pc:sldMk cId="3931244003" sldId="272"/>
            <ac:spMk id="3" creationId="{48EF349C-9D57-53D1-B4A3-91A28C35411F}"/>
          </ac:spMkLst>
        </pc:spChg>
      </pc:sldChg>
      <pc:sldChg chg="addSp delSp modSp new mod setBg">
        <pc:chgData name="varsha chaudhary" userId="28d2b53ea8f17f6c" providerId="LiveId" clId="{04CFA095-8F7F-4FF7-8792-C254D1D0C90D}" dt="2024-02-16T02:18:56.637" v="4910" actId="20577"/>
        <pc:sldMkLst>
          <pc:docMk/>
          <pc:sldMk cId="1834222474" sldId="273"/>
        </pc:sldMkLst>
        <pc:spChg chg="add del mod">
          <ac:chgData name="varsha chaudhary" userId="28d2b53ea8f17f6c" providerId="LiveId" clId="{04CFA095-8F7F-4FF7-8792-C254D1D0C90D}" dt="2024-02-16T02:16:46.112" v="4820"/>
          <ac:spMkLst>
            <pc:docMk/>
            <pc:sldMk cId="1834222474" sldId="273"/>
            <ac:spMk id="4" creationId="{C9A90B21-405F-8F2A-A839-C0B40A65DEF3}"/>
          </ac:spMkLst>
        </pc:spChg>
        <pc:spChg chg="add mod">
          <ac:chgData name="varsha chaudhary" userId="28d2b53ea8f17f6c" providerId="LiveId" clId="{04CFA095-8F7F-4FF7-8792-C254D1D0C90D}" dt="2024-02-16T02:18:56.637" v="4910" actId="20577"/>
          <ac:spMkLst>
            <pc:docMk/>
            <pc:sldMk cId="1834222474" sldId="273"/>
            <ac:spMk id="5" creationId="{56F0F284-D8E9-D6E0-6138-C62C2DAAF8CE}"/>
          </ac:spMkLst>
        </pc:spChg>
        <pc:spChg chg="add del">
          <ac:chgData name="varsha chaudhary" userId="28d2b53ea8f17f6c" providerId="LiveId" clId="{04CFA095-8F7F-4FF7-8792-C254D1D0C90D}" dt="2024-02-16T02:15:28.106" v="4793" actId="26606"/>
          <ac:spMkLst>
            <pc:docMk/>
            <pc:sldMk cId="1834222474" sldId="273"/>
            <ac:spMk id="8" creationId="{AB8C311F-7253-4AED-9701-7FC0708C41C7}"/>
          </ac:spMkLst>
        </pc:spChg>
        <pc:spChg chg="add del">
          <ac:chgData name="varsha chaudhary" userId="28d2b53ea8f17f6c" providerId="LiveId" clId="{04CFA095-8F7F-4FF7-8792-C254D1D0C90D}" dt="2024-02-16T02:15:28.106" v="4793" actId="26606"/>
          <ac:spMkLst>
            <pc:docMk/>
            <pc:sldMk cId="1834222474" sldId="273"/>
            <ac:spMk id="10" creationId="{E2384209-CB15-4CDF-9D31-C44FD9A3F20D}"/>
          </ac:spMkLst>
        </pc:spChg>
        <pc:spChg chg="add del">
          <ac:chgData name="varsha chaudhary" userId="28d2b53ea8f17f6c" providerId="LiveId" clId="{04CFA095-8F7F-4FF7-8792-C254D1D0C90D}" dt="2024-02-16T02:15:28.106" v="4793" actId="26606"/>
          <ac:spMkLst>
            <pc:docMk/>
            <pc:sldMk cId="1834222474" sldId="273"/>
            <ac:spMk id="12" creationId="{2633B3B5-CC90-43F0-8714-D31D1F3F0209}"/>
          </ac:spMkLst>
        </pc:spChg>
        <pc:spChg chg="add del">
          <ac:chgData name="varsha chaudhary" userId="28d2b53ea8f17f6c" providerId="LiveId" clId="{04CFA095-8F7F-4FF7-8792-C254D1D0C90D}" dt="2024-02-16T02:15:28.106" v="4793" actId="26606"/>
          <ac:spMkLst>
            <pc:docMk/>
            <pc:sldMk cId="1834222474" sldId="273"/>
            <ac:spMk id="14" creationId="{A8D57A06-A426-446D-B02C-A2DC6B62E45E}"/>
          </ac:spMkLst>
        </pc:spChg>
        <pc:spChg chg="add del">
          <ac:chgData name="varsha chaudhary" userId="28d2b53ea8f17f6c" providerId="LiveId" clId="{04CFA095-8F7F-4FF7-8792-C254D1D0C90D}" dt="2024-02-16T02:15:33.073" v="4795" actId="26606"/>
          <ac:spMkLst>
            <pc:docMk/>
            <pc:sldMk cId="1834222474" sldId="273"/>
            <ac:spMk id="16" creationId="{AB8C311F-7253-4AED-9701-7FC0708C41C7}"/>
          </ac:spMkLst>
        </pc:spChg>
        <pc:spChg chg="add del">
          <ac:chgData name="varsha chaudhary" userId="28d2b53ea8f17f6c" providerId="LiveId" clId="{04CFA095-8F7F-4FF7-8792-C254D1D0C90D}" dt="2024-02-16T02:15:33.073" v="4795" actId="26606"/>
          <ac:spMkLst>
            <pc:docMk/>
            <pc:sldMk cId="1834222474" sldId="273"/>
            <ac:spMk id="17" creationId="{E2384209-CB15-4CDF-9D31-C44FD9A3F20D}"/>
          </ac:spMkLst>
        </pc:spChg>
        <pc:spChg chg="add del">
          <ac:chgData name="varsha chaudhary" userId="28d2b53ea8f17f6c" providerId="LiveId" clId="{04CFA095-8F7F-4FF7-8792-C254D1D0C90D}" dt="2024-02-16T02:15:33.073" v="4795" actId="26606"/>
          <ac:spMkLst>
            <pc:docMk/>
            <pc:sldMk cId="1834222474" sldId="273"/>
            <ac:spMk id="18" creationId="{2633B3B5-CC90-43F0-8714-D31D1F3F0209}"/>
          </ac:spMkLst>
        </pc:spChg>
        <pc:spChg chg="add del">
          <ac:chgData name="varsha chaudhary" userId="28d2b53ea8f17f6c" providerId="LiveId" clId="{04CFA095-8F7F-4FF7-8792-C254D1D0C90D}" dt="2024-02-16T02:15:33.073" v="4795" actId="26606"/>
          <ac:spMkLst>
            <pc:docMk/>
            <pc:sldMk cId="1834222474" sldId="273"/>
            <ac:spMk id="19" creationId="{A8D57A06-A426-446D-B02C-A2DC6B62E45E}"/>
          </ac:spMkLst>
        </pc:spChg>
        <pc:spChg chg="add del">
          <ac:chgData name="varsha chaudhary" userId="28d2b53ea8f17f6c" providerId="LiveId" clId="{04CFA095-8F7F-4FF7-8792-C254D1D0C90D}" dt="2024-02-16T02:15:35.701" v="4797" actId="26606"/>
          <ac:spMkLst>
            <pc:docMk/>
            <pc:sldMk cId="1834222474" sldId="273"/>
            <ac:spMk id="21" creationId="{42A4FC2C-047E-45A5-965D-8E1E3BF09BC6}"/>
          </ac:spMkLst>
        </pc:spChg>
        <pc:spChg chg="add del">
          <ac:chgData name="varsha chaudhary" userId="28d2b53ea8f17f6c" providerId="LiveId" clId="{04CFA095-8F7F-4FF7-8792-C254D1D0C90D}" dt="2024-02-16T02:15:38.520" v="4799" actId="26606"/>
          <ac:spMkLst>
            <pc:docMk/>
            <pc:sldMk cId="1834222474" sldId="273"/>
            <ac:spMk id="23" creationId="{AB8C311F-7253-4AED-9701-7FC0708C41C7}"/>
          </ac:spMkLst>
        </pc:spChg>
        <pc:spChg chg="add del">
          <ac:chgData name="varsha chaudhary" userId="28d2b53ea8f17f6c" providerId="LiveId" clId="{04CFA095-8F7F-4FF7-8792-C254D1D0C90D}" dt="2024-02-16T02:15:38.520" v="4799" actId="26606"/>
          <ac:spMkLst>
            <pc:docMk/>
            <pc:sldMk cId="1834222474" sldId="273"/>
            <ac:spMk id="24" creationId="{E2384209-CB15-4CDF-9D31-C44FD9A3F20D}"/>
          </ac:spMkLst>
        </pc:spChg>
        <pc:spChg chg="add del">
          <ac:chgData name="varsha chaudhary" userId="28d2b53ea8f17f6c" providerId="LiveId" clId="{04CFA095-8F7F-4FF7-8792-C254D1D0C90D}" dt="2024-02-16T02:15:38.520" v="4799" actId="26606"/>
          <ac:spMkLst>
            <pc:docMk/>
            <pc:sldMk cId="1834222474" sldId="273"/>
            <ac:spMk id="25" creationId="{2633B3B5-CC90-43F0-8714-D31D1F3F0209}"/>
          </ac:spMkLst>
        </pc:spChg>
        <pc:spChg chg="add del">
          <ac:chgData name="varsha chaudhary" userId="28d2b53ea8f17f6c" providerId="LiveId" clId="{04CFA095-8F7F-4FF7-8792-C254D1D0C90D}" dt="2024-02-16T02:15:38.520" v="4799" actId="26606"/>
          <ac:spMkLst>
            <pc:docMk/>
            <pc:sldMk cId="1834222474" sldId="273"/>
            <ac:spMk id="26" creationId="{A8D57A06-A426-446D-B02C-A2DC6B62E45E}"/>
          </ac:spMkLst>
        </pc:spChg>
        <pc:spChg chg="add del">
          <ac:chgData name="varsha chaudhary" userId="28d2b53ea8f17f6c" providerId="LiveId" clId="{04CFA095-8F7F-4FF7-8792-C254D1D0C90D}" dt="2024-02-16T02:15:42.631" v="4801" actId="26606"/>
          <ac:spMkLst>
            <pc:docMk/>
            <pc:sldMk cId="1834222474" sldId="273"/>
            <ac:spMk id="28" creationId="{42A4FC2C-047E-45A5-965D-8E1E3BF09BC6}"/>
          </ac:spMkLst>
        </pc:spChg>
        <pc:spChg chg="add del">
          <ac:chgData name="varsha chaudhary" userId="28d2b53ea8f17f6c" providerId="LiveId" clId="{04CFA095-8F7F-4FF7-8792-C254D1D0C90D}" dt="2024-02-16T02:15:47.810" v="4803" actId="26606"/>
          <ac:spMkLst>
            <pc:docMk/>
            <pc:sldMk cId="1834222474" sldId="273"/>
            <ac:spMk id="30" creationId="{AB8C311F-7253-4AED-9701-7FC0708C41C7}"/>
          </ac:spMkLst>
        </pc:spChg>
        <pc:spChg chg="add del">
          <ac:chgData name="varsha chaudhary" userId="28d2b53ea8f17f6c" providerId="LiveId" clId="{04CFA095-8F7F-4FF7-8792-C254D1D0C90D}" dt="2024-02-16T02:15:47.810" v="4803" actId="26606"/>
          <ac:spMkLst>
            <pc:docMk/>
            <pc:sldMk cId="1834222474" sldId="273"/>
            <ac:spMk id="31" creationId="{E2384209-CB15-4CDF-9D31-C44FD9A3F20D}"/>
          </ac:spMkLst>
        </pc:spChg>
        <pc:spChg chg="add del">
          <ac:chgData name="varsha chaudhary" userId="28d2b53ea8f17f6c" providerId="LiveId" clId="{04CFA095-8F7F-4FF7-8792-C254D1D0C90D}" dt="2024-02-16T02:15:47.810" v="4803" actId="26606"/>
          <ac:spMkLst>
            <pc:docMk/>
            <pc:sldMk cId="1834222474" sldId="273"/>
            <ac:spMk id="32" creationId="{2633B3B5-CC90-43F0-8714-D31D1F3F0209}"/>
          </ac:spMkLst>
        </pc:spChg>
        <pc:spChg chg="add del">
          <ac:chgData name="varsha chaudhary" userId="28d2b53ea8f17f6c" providerId="LiveId" clId="{04CFA095-8F7F-4FF7-8792-C254D1D0C90D}" dt="2024-02-16T02:15:47.810" v="4803" actId="26606"/>
          <ac:spMkLst>
            <pc:docMk/>
            <pc:sldMk cId="1834222474" sldId="273"/>
            <ac:spMk id="33" creationId="{A8D57A06-A426-446D-B02C-A2DC6B62E45E}"/>
          </ac:spMkLst>
        </pc:spChg>
        <pc:spChg chg="add del">
          <ac:chgData name="varsha chaudhary" userId="28d2b53ea8f17f6c" providerId="LiveId" clId="{04CFA095-8F7F-4FF7-8792-C254D1D0C90D}" dt="2024-02-16T02:15:52.198" v="4805" actId="26606"/>
          <ac:spMkLst>
            <pc:docMk/>
            <pc:sldMk cId="1834222474" sldId="273"/>
            <ac:spMk id="35" creationId="{AB8C311F-7253-4AED-9701-7FC0708C41C7}"/>
          </ac:spMkLst>
        </pc:spChg>
        <pc:spChg chg="add del">
          <ac:chgData name="varsha chaudhary" userId="28d2b53ea8f17f6c" providerId="LiveId" clId="{04CFA095-8F7F-4FF7-8792-C254D1D0C90D}" dt="2024-02-16T02:15:52.198" v="4805" actId="26606"/>
          <ac:spMkLst>
            <pc:docMk/>
            <pc:sldMk cId="1834222474" sldId="273"/>
            <ac:spMk id="36" creationId="{FD073016-B734-483B-8953-5BADEE145112}"/>
          </ac:spMkLst>
        </pc:spChg>
        <pc:spChg chg="add del">
          <ac:chgData name="varsha chaudhary" userId="28d2b53ea8f17f6c" providerId="LiveId" clId="{04CFA095-8F7F-4FF7-8792-C254D1D0C90D}" dt="2024-02-16T02:15:52.198" v="4805" actId="26606"/>
          <ac:spMkLst>
            <pc:docMk/>
            <pc:sldMk cId="1834222474" sldId="273"/>
            <ac:spMk id="37" creationId="{90A7EAB6-59D3-4325-8DE6-E0CA4009CE53}"/>
          </ac:spMkLst>
        </pc:spChg>
        <pc:spChg chg="add del">
          <ac:chgData name="varsha chaudhary" userId="28d2b53ea8f17f6c" providerId="LiveId" clId="{04CFA095-8F7F-4FF7-8792-C254D1D0C90D}" dt="2024-02-16T02:15:52.198" v="4805" actId="26606"/>
          <ac:spMkLst>
            <pc:docMk/>
            <pc:sldMk cId="1834222474" sldId="273"/>
            <ac:spMk id="38" creationId="{A8D57A06-A426-446D-B02C-A2DC6B62E45E}"/>
          </ac:spMkLst>
        </pc:spChg>
        <pc:spChg chg="add del">
          <ac:chgData name="varsha chaudhary" userId="28d2b53ea8f17f6c" providerId="LiveId" clId="{04CFA095-8F7F-4FF7-8792-C254D1D0C90D}" dt="2024-02-16T02:16:02.611" v="4809" actId="26606"/>
          <ac:spMkLst>
            <pc:docMk/>
            <pc:sldMk cId="1834222474" sldId="273"/>
            <ac:spMk id="43" creationId="{E2BA2BD9-7B54-4190-8F06-3EF3658A0020}"/>
          </ac:spMkLst>
        </pc:spChg>
        <pc:spChg chg="add del">
          <ac:chgData name="varsha chaudhary" userId="28d2b53ea8f17f6c" providerId="LiveId" clId="{04CFA095-8F7F-4FF7-8792-C254D1D0C90D}" dt="2024-02-16T02:16:04.602" v="4811" actId="26606"/>
          <ac:spMkLst>
            <pc:docMk/>
            <pc:sldMk cId="1834222474" sldId="273"/>
            <ac:spMk id="45" creationId="{AB8C311F-7253-4AED-9701-7FC0708C41C7}"/>
          </ac:spMkLst>
        </pc:spChg>
        <pc:spChg chg="add del">
          <ac:chgData name="varsha chaudhary" userId="28d2b53ea8f17f6c" providerId="LiveId" clId="{04CFA095-8F7F-4FF7-8792-C254D1D0C90D}" dt="2024-02-16T02:16:04.602" v="4811" actId="26606"/>
          <ac:spMkLst>
            <pc:docMk/>
            <pc:sldMk cId="1834222474" sldId="273"/>
            <ac:spMk id="46" creationId="{E2384209-CB15-4CDF-9D31-C44FD9A3F20D}"/>
          </ac:spMkLst>
        </pc:spChg>
        <pc:spChg chg="add del">
          <ac:chgData name="varsha chaudhary" userId="28d2b53ea8f17f6c" providerId="LiveId" clId="{04CFA095-8F7F-4FF7-8792-C254D1D0C90D}" dt="2024-02-16T02:16:04.602" v="4811" actId="26606"/>
          <ac:spMkLst>
            <pc:docMk/>
            <pc:sldMk cId="1834222474" sldId="273"/>
            <ac:spMk id="47" creationId="{2633B3B5-CC90-43F0-8714-D31D1F3F0209}"/>
          </ac:spMkLst>
        </pc:spChg>
        <pc:spChg chg="add del">
          <ac:chgData name="varsha chaudhary" userId="28d2b53ea8f17f6c" providerId="LiveId" clId="{04CFA095-8F7F-4FF7-8792-C254D1D0C90D}" dt="2024-02-16T02:16:04.602" v="4811" actId="26606"/>
          <ac:spMkLst>
            <pc:docMk/>
            <pc:sldMk cId="1834222474" sldId="273"/>
            <ac:spMk id="48" creationId="{A8D57A06-A426-446D-B02C-A2DC6B62E45E}"/>
          </ac:spMkLst>
        </pc:spChg>
        <pc:spChg chg="add">
          <ac:chgData name="varsha chaudhary" userId="28d2b53ea8f17f6c" providerId="LiveId" clId="{04CFA095-8F7F-4FF7-8792-C254D1D0C90D}" dt="2024-02-16T02:16:04.602" v="4812" actId="26606"/>
          <ac:spMkLst>
            <pc:docMk/>
            <pc:sldMk cId="1834222474" sldId="273"/>
            <ac:spMk id="50" creationId="{42A4FC2C-047E-45A5-965D-8E1E3BF09BC6}"/>
          </ac:spMkLst>
        </pc:spChg>
        <pc:grpChg chg="add del">
          <ac:chgData name="varsha chaudhary" userId="28d2b53ea8f17f6c" providerId="LiveId" clId="{04CFA095-8F7F-4FF7-8792-C254D1D0C90D}" dt="2024-02-16T02:15:56.521" v="4807" actId="26606"/>
          <ac:grpSpMkLst>
            <pc:docMk/>
            <pc:sldMk cId="1834222474" sldId="273"/>
            <ac:grpSpMk id="40" creationId="{D4D7444E-8572-6DFD-CB75-0984238C716D}"/>
          </ac:grpSpMkLst>
        </pc:grpChg>
        <pc:picChg chg="add mod">
          <ac:chgData name="varsha chaudhary" userId="28d2b53ea8f17f6c" providerId="LiveId" clId="{04CFA095-8F7F-4FF7-8792-C254D1D0C90D}" dt="2024-02-16T02:16:45.226" v="4818" actId="1076"/>
          <ac:picMkLst>
            <pc:docMk/>
            <pc:sldMk cId="1834222474" sldId="273"/>
            <ac:picMk id="3" creationId="{67A02359-7463-CAC3-1F7D-A26B1EC53520}"/>
          </ac:picMkLst>
        </pc:picChg>
      </pc:sldChg>
      <pc:sldChg chg="addSp modSp new mod">
        <pc:chgData name="varsha chaudhary" userId="28d2b53ea8f17f6c" providerId="LiveId" clId="{04CFA095-8F7F-4FF7-8792-C254D1D0C90D}" dt="2024-02-17T00:25:47.485" v="5079" actId="20577"/>
        <pc:sldMkLst>
          <pc:docMk/>
          <pc:sldMk cId="2800911944" sldId="274"/>
        </pc:sldMkLst>
        <pc:spChg chg="add mod">
          <ac:chgData name="varsha chaudhary" userId="28d2b53ea8f17f6c" providerId="LiveId" clId="{04CFA095-8F7F-4FF7-8792-C254D1D0C90D}" dt="2024-02-17T00:25:47.485" v="5079" actId="20577"/>
          <ac:spMkLst>
            <pc:docMk/>
            <pc:sldMk cId="2800911944" sldId="274"/>
            <ac:spMk id="3" creationId="{827706A0-EB3E-44C2-999C-F235EC5D0B0C}"/>
          </ac:spMkLst>
        </pc:spChg>
      </pc:sldChg>
      <pc:sldChg chg="addSp modSp new mod">
        <pc:chgData name="varsha chaudhary" userId="28d2b53ea8f17f6c" providerId="LiveId" clId="{04CFA095-8F7F-4FF7-8792-C254D1D0C90D}" dt="2024-02-17T00:32:59.767" v="5111" actId="20577"/>
        <pc:sldMkLst>
          <pc:docMk/>
          <pc:sldMk cId="2027041209" sldId="275"/>
        </pc:sldMkLst>
        <pc:spChg chg="add mod">
          <ac:chgData name="varsha chaudhary" userId="28d2b53ea8f17f6c" providerId="LiveId" clId="{04CFA095-8F7F-4FF7-8792-C254D1D0C90D}" dt="2024-02-17T00:32:59.767" v="5111" actId="20577"/>
          <ac:spMkLst>
            <pc:docMk/>
            <pc:sldMk cId="2027041209" sldId="275"/>
            <ac:spMk id="2" creationId="{D7F0741D-64CF-6169-4CEF-F1D97F267DF1}"/>
          </ac:spMkLst>
        </pc:spChg>
      </pc:sldChg>
      <pc:sldChg chg="addSp modSp new mod">
        <pc:chgData name="varsha chaudhary" userId="28d2b53ea8f17f6c" providerId="LiveId" clId="{04CFA095-8F7F-4FF7-8792-C254D1D0C90D}" dt="2024-02-17T00:37:09.028" v="5191" actId="20577"/>
        <pc:sldMkLst>
          <pc:docMk/>
          <pc:sldMk cId="1137145457" sldId="276"/>
        </pc:sldMkLst>
        <pc:spChg chg="add mod">
          <ac:chgData name="varsha chaudhary" userId="28d2b53ea8f17f6c" providerId="LiveId" clId="{04CFA095-8F7F-4FF7-8792-C254D1D0C90D}" dt="2024-02-17T00:37:09.028" v="5191" actId="20577"/>
          <ac:spMkLst>
            <pc:docMk/>
            <pc:sldMk cId="1137145457" sldId="276"/>
            <ac:spMk id="2" creationId="{6D57FFF8-7922-2B33-169F-DF0C6B32E530}"/>
          </ac:spMkLst>
        </pc:spChg>
        <pc:spChg chg="add mod">
          <ac:chgData name="varsha chaudhary" userId="28d2b53ea8f17f6c" providerId="LiveId" clId="{04CFA095-8F7F-4FF7-8792-C254D1D0C90D}" dt="2024-02-17T00:36:27.251" v="5163" actId="1076"/>
          <ac:spMkLst>
            <pc:docMk/>
            <pc:sldMk cId="1137145457" sldId="276"/>
            <ac:spMk id="3" creationId="{9B2F30BC-6E50-89E9-233B-66802FE1DCAC}"/>
          </ac:spMkLst>
        </pc:spChg>
      </pc:sldChg>
      <pc:sldChg chg="addSp modSp new mod">
        <pc:chgData name="varsha chaudhary" userId="28d2b53ea8f17f6c" providerId="LiveId" clId="{04CFA095-8F7F-4FF7-8792-C254D1D0C90D}" dt="2024-02-17T00:59:29.911" v="5561" actId="20577"/>
        <pc:sldMkLst>
          <pc:docMk/>
          <pc:sldMk cId="406109119" sldId="277"/>
        </pc:sldMkLst>
        <pc:spChg chg="add mod">
          <ac:chgData name="varsha chaudhary" userId="28d2b53ea8f17f6c" providerId="LiveId" clId="{04CFA095-8F7F-4FF7-8792-C254D1D0C90D}" dt="2024-02-17T00:59:29.911" v="5561" actId="20577"/>
          <ac:spMkLst>
            <pc:docMk/>
            <pc:sldMk cId="406109119" sldId="277"/>
            <ac:spMk id="2" creationId="{7C8D0FED-60D8-8288-CDD5-8E91D7ACD26A}"/>
          </ac:spMkLst>
        </pc:spChg>
        <pc:spChg chg="add mod">
          <ac:chgData name="varsha chaudhary" userId="28d2b53ea8f17f6c" providerId="LiveId" clId="{04CFA095-8F7F-4FF7-8792-C254D1D0C90D}" dt="2024-02-17T00:59:24.856" v="5560" actId="20577"/>
          <ac:spMkLst>
            <pc:docMk/>
            <pc:sldMk cId="406109119" sldId="277"/>
            <ac:spMk id="4" creationId="{8D3ED6FE-746C-151C-E0C0-D4EA593192A5}"/>
          </ac:spMkLst>
        </pc:spChg>
      </pc:sldChg>
      <pc:sldChg chg="addSp modSp new mod">
        <pc:chgData name="varsha chaudhary" userId="28d2b53ea8f17f6c" providerId="LiveId" clId="{04CFA095-8F7F-4FF7-8792-C254D1D0C90D}" dt="2024-02-17T01:06:11.848" v="5627" actId="1076"/>
        <pc:sldMkLst>
          <pc:docMk/>
          <pc:sldMk cId="192432617" sldId="278"/>
        </pc:sldMkLst>
        <pc:spChg chg="add mod">
          <ac:chgData name="varsha chaudhary" userId="28d2b53ea8f17f6c" providerId="LiveId" clId="{04CFA095-8F7F-4FF7-8792-C254D1D0C90D}" dt="2024-02-17T01:05:51.247" v="5626" actId="255"/>
          <ac:spMkLst>
            <pc:docMk/>
            <pc:sldMk cId="192432617" sldId="278"/>
            <ac:spMk id="2" creationId="{FEB7BCCB-38F1-B2E8-9014-057DF89B8C31}"/>
          </ac:spMkLst>
        </pc:spChg>
        <pc:spChg chg="add mod">
          <ac:chgData name="varsha chaudhary" userId="28d2b53ea8f17f6c" providerId="LiveId" clId="{04CFA095-8F7F-4FF7-8792-C254D1D0C90D}" dt="2024-02-17T01:06:11.848" v="5627" actId="1076"/>
          <ac:spMkLst>
            <pc:docMk/>
            <pc:sldMk cId="192432617" sldId="278"/>
            <ac:spMk id="4" creationId="{B91F3A4E-270A-CE0F-A970-DA70E597358F}"/>
          </ac:spMkLst>
        </pc:spChg>
      </pc:sldChg>
      <pc:sldChg chg="addSp modSp new mod ord">
        <pc:chgData name="varsha chaudhary" userId="28d2b53ea8f17f6c" providerId="LiveId" clId="{04CFA095-8F7F-4FF7-8792-C254D1D0C90D}" dt="2024-02-17T01:02:35.860" v="5611" actId="20577"/>
        <pc:sldMkLst>
          <pc:docMk/>
          <pc:sldMk cId="3143057439" sldId="279"/>
        </pc:sldMkLst>
        <pc:spChg chg="add mod">
          <ac:chgData name="varsha chaudhary" userId="28d2b53ea8f17f6c" providerId="LiveId" clId="{04CFA095-8F7F-4FF7-8792-C254D1D0C90D}" dt="2024-02-17T01:02:35.860" v="5611" actId="20577"/>
          <ac:spMkLst>
            <pc:docMk/>
            <pc:sldMk cId="3143057439" sldId="279"/>
            <ac:spMk id="3" creationId="{391CFB89-A176-CFF8-E20B-5D5C6CFC5BB1}"/>
          </ac:spMkLst>
        </pc:spChg>
      </pc:sldChg>
      <pc:sldMasterChg chg="setBg modSldLayout">
        <pc:chgData name="varsha chaudhary" userId="28d2b53ea8f17f6c" providerId="LiveId" clId="{04CFA095-8F7F-4FF7-8792-C254D1D0C90D}" dt="2024-02-15T19:29:24.784" v="255"/>
        <pc:sldMasterMkLst>
          <pc:docMk/>
          <pc:sldMasterMk cId="1607310092" sldId="2147483672"/>
        </pc:sldMasterMkLst>
        <pc:sldLayoutChg chg="setBg">
          <pc:chgData name="varsha chaudhary" userId="28d2b53ea8f17f6c" providerId="LiveId" clId="{04CFA095-8F7F-4FF7-8792-C254D1D0C90D}" dt="2024-02-15T19:29:24.784" v="255"/>
          <pc:sldLayoutMkLst>
            <pc:docMk/>
            <pc:sldMasterMk cId="1607310092" sldId="2147483672"/>
            <pc:sldLayoutMk cId="3022453493" sldId="2147483673"/>
          </pc:sldLayoutMkLst>
        </pc:sldLayoutChg>
        <pc:sldLayoutChg chg="setBg">
          <pc:chgData name="varsha chaudhary" userId="28d2b53ea8f17f6c" providerId="LiveId" clId="{04CFA095-8F7F-4FF7-8792-C254D1D0C90D}" dt="2024-02-15T19:29:24.784" v="255"/>
          <pc:sldLayoutMkLst>
            <pc:docMk/>
            <pc:sldMasterMk cId="1607310092" sldId="2147483672"/>
            <pc:sldLayoutMk cId="4058352477" sldId="2147483674"/>
          </pc:sldLayoutMkLst>
        </pc:sldLayoutChg>
        <pc:sldLayoutChg chg="setBg">
          <pc:chgData name="varsha chaudhary" userId="28d2b53ea8f17f6c" providerId="LiveId" clId="{04CFA095-8F7F-4FF7-8792-C254D1D0C90D}" dt="2024-02-15T19:29:24.784" v="255"/>
          <pc:sldLayoutMkLst>
            <pc:docMk/>
            <pc:sldMasterMk cId="1607310092" sldId="2147483672"/>
            <pc:sldLayoutMk cId="1599442907" sldId="2147483675"/>
          </pc:sldLayoutMkLst>
        </pc:sldLayoutChg>
        <pc:sldLayoutChg chg="setBg">
          <pc:chgData name="varsha chaudhary" userId="28d2b53ea8f17f6c" providerId="LiveId" clId="{04CFA095-8F7F-4FF7-8792-C254D1D0C90D}" dt="2024-02-15T19:29:24.784" v="255"/>
          <pc:sldLayoutMkLst>
            <pc:docMk/>
            <pc:sldMasterMk cId="1607310092" sldId="2147483672"/>
            <pc:sldLayoutMk cId="4160815378" sldId="2147483676"/>
          </pc:sldLayoutMkLst>
        </pc:sldLayoutChg>
        <pc:sldLayoutChg chg="setBg">
          <pc:chgData name="varsha chaudhary" userId="28d2b53ea8f17f6c" providerId="LiveId" clId="{04CFA095-8F7F-4FF7-8792-C254D1D0C90D}" dt="2024-02-15T19:29:24.784" v="255"/>
          <pc:sldLayoutMkLst>
            <pc:docMk/>
            <pc:sldMasterMk cId="1607310092" sldId="2147483672"/>
            <pc:sldLayoutMk cId="2782606464" sldId="2147483677"/>
          </pc:sldLayoutMkLst>
        </pc:sldLayoutChg>
        <pc:sldLayoutChg chg="setBg">
          <pc:chgData name="varsha chaudhary" userId="28d2b53ea8f17f6c" providerId="LiveId" clId="{04CFA095-8F7F-4FF7-8792-C254D1D0C90D}" dt="2024-02-15T19:29:24.784" v="255"/>
          <pc:sldLayoutMkLst>
            <pc:docMk/>
            <pc:sldMasterMk cId="1607310092" sldId="2147483672"/>
            <pc:sldLayoutMk cId="103544885" sldId="2147483678"/>
          </pc:sldLayoutMkLst>
        </pc:sldLayoutChg>
        <pc:sldLayoutChg chg="setBg">
          <pc:chgData name="varsha chaudhary" userId="28d2b53ea8f17f6c" providerId="LiveId" clId="{04CFA095-8F7F-4FF7-8792-C254D1D0C90D}" dt="2024-02-15T19:29:24.784" v="255"/>
          <pc:sldLayoutMkLst>
            <pc:docMk/>
            <pc:sldMasterMk cId="1607310092" sldId="2147483672"/>
            <pc:sldLayoutMk cId="1483611393" sldId="2147483679"/>
          </pc:sldLayoutMkLst>
        </pc:sldLayoutChg>
        <pc:sldLayoutChg chg="setBg">
          <pc:chgData name="varsha chaudhary" userId="28d2b53ea8f17f6c" providerId="LiveId" clId="{04CFA095-8F7F-4FF7-8792-C254D1D0C90D}" dt="2024-02-15T19:29:24.784" v="255"/>
          <pc:sldLayoutMkLst>
            <pc:docMk/>
            <pc:sldMasterMk cId="1607310092" sldId="2147483672"/>
            <pc:sldLayoutMk cId="1951483269" sldId="2147483680"/>
          </pc:sldLayoutMkLst>
        </pc:sldLayoutChg>
        <pc:sldLayoutChg chg="setBg">
          <pc:chgData name="varsha chaudhary" userId="28d2b53ea8f17f6c" providerId="LiveId" clId="{04CFA095-8F7F-4FF7-8792-C254D1D0C90D}" dt="2024-02-15T19:29:24.784" v="255"/>
          <pc:sldLayoutMkLst>
            <pc:docMk/>
            <pc:sldMasterMk cId="1607310092" sldId="2147483672"/>
            <pc:sldLayoutMk cId="3138275761" sldId="2147483681"/>
          </pc:sldLayoutMkLst>
        </pc:sldLayoutChg>
        <pc:sldLayoutChg chg="setBg">
          <pc:chgData name="varsha chaudhary" userId="28d2b53ea8f17f6c" providerId="LiveId" clId="{04CFA095-8F7F-4FF7-8792-C254D1D0C90D}" dt="2024-02-15T19:29:24.784" v="255"/>
          <pc:sldLayoutMkLst>
            <pc:docMk/>
            <pc:sldMasterMk cId="1607310092" sldId="2147483672"/>
            <pc:sldLayoutMk cId="354305653" sldId="2147483682"/>
          </pc:sldLayoutMkLst>
        </pc:sldLayoutChg>
        <pc:sldLayoutChg chg="setBg">
          <pc:chgData name="varsha chaudhary" userId="28d2b53ea8f17f6c" providerId="LiveId" clId="{04CFA095-8F7F-4FF7-8792-C254D1D0C90D}" dt="2024-02-15T19:29:24.784" v="255"/>
          <pc:sldLayoutMkLst>
            <pc:docMk/>
            <pc:sldMasterMk cId="1607310092" sldId="2147483672"/>
            <pc:sldLayoutMk cId="4238373231" sldId="2147483683"/>
          </pc:sldLayoutMkLst>
        </pc:sldLayoutChg>
      </pc:sldMasterChg>
    </pc:docChg>
  </pc:docChgLst>
  <pc:docChgLst>
    <pc:chgData name="varsha chaudhary" userId="28d2b53ea8f17f6c" providerId="LiveId" clId="{7665CEF5-00C9-4FDA-95F8-C7EA4AF472CA}"/>
    <pc:docChg chg="modSld">
      <pc:chgData name="varsha chaudhary" userId="28d2b53ea8f17f6c" providerId="LiveId" clId="{7665CEF5-00C9-4FDA-95F8-C7EA4AF472CA}" dt="2026-10-03T15:43:45.635" v="0" actId="1076"/>
      <pc:docMkLst>
        <pc:docMk/>
      </pc:docMkLst>
      <pc:sldChg chg="modSp mod">
        <pc:chgData name="varsha chaudhary" userId="28d2b53ea8f17f6c" providerId="LiveId" clId="{7665CEF5-00C9-4FDA-95F8-C7EA4AF472CA}" dt="2026-10-03T15:43:45.635" v="0" actId="1076"/>
        <pc:sldMkLst>
          <pc:docMk/>
          <pc:sldMk cId="3171669580" sldId="257"/>
        </pc:sldMkLst>
        <pc:spChg chg="mod">
          <ac:chgData name="varsha chaudhary" userId="28d2b53ea8f17f6c" providerId="LiveId" clId="{7665CEF5-00C9-4FDA-95F8-C7EA4AF472CA}" dt="2026-10-03T15:43:45.635" v="0" actId="1076"/>
          <ac:spMkLst>
            <pc:docMk/>
            <pc:sldMk cId="3171669580" sldId="257"/>
            <ac:spMk id="3" creationId="{300B342C-3BE3-86EA-9DC2-76362DE784CE}"/>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14.010"/>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20.353"/>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23.905"/>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26.034"/>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29.120"/>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02:05:31.171"/>
    </inkml:context>
    <inkml:brush xml:id="br0">
      <inkml:brushProperty name="width" value="0.2" units="cm"/>
      <inkml:brushProperty name="height" value="0.4" units="cm"/>
      <inkml:brushProperty name="color" value="#FF2500"/>
      <inkml:brushProperty name="tip" value="rectangle"/>
      <inkml:brushProperty name="rasterOp" value="maskPen"/>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314F91-D836-43F2-BAAE-39E33C7D39B8}" type="datetimeFigureOut">
              <a:rPr lang="en-AU" smtClean="0"/>
              <a:t>3/10/2026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AC7ED-F434-470D-BD02-0B23FD5AACDB}" type="slidenum">
              <a:rPr lang="en-AU" smtClean="0"/>
              <a:t>‹#›</a:t>
            </a:fld>
            <a:endParaRPr lang="en-AU"/>
          </a:p>
        </p:txBody>
      </p:sp>
    </p:spTree>
    <p:extLst>
      <p:ext uri="{BB962C8B-B14F-4D97-AF65-F5344CB8AC3E}">
        <p14:creationId xmlns:p14="http://schemas.microsoft.com/office/powerpoint/2010/main" val="4133739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FAC7ED-F434-470D-BD02-0B23FD5AACDB}" type="slidenum">
              <a:rPr lang="en-AU" smtClean="0"/>
              <a:t>13</a:t>
            </a:fld>
            <a:endParaRPr lang="en-AU"/>
          </a:p>
        </p:txBody>
      </p:sp>
    </p:spTree>
    <p:extLst>
      <p:ext uri="{BB962C8B-B14F-4D97-AF65-F5344CB8AC3E}">
        <p14:creationId xmlns:p14="http://schemas.microsoft.com/office/powerpoint/2010/main" val="643875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6F4E-FEB0-E9E1-F731-09577A0088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2298CD7-13E4-28CD-93FE-F27B13E694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F8F33DA-0638-E6C5-09AF-AF71350FDB32}"/>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027ECAD3-0A6B-F634-7B1E-A8C23A41F36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1B02A09-4EB8-F518-D6B4-B3B9CD0077E1}"/>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3022453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DC193-9676-FC38-B830-14E518EBF10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FF6857E-5E28-44F1-B731-DBB0FEE4A7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0801EE8-D520-327D-5AAC-975B0EEA751E}"/>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7315D125-49D6-EAAD-E0D5-AF4F5B56D0C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4FC5707-1D2A-0051-0B8E-262B336E1BAA}"/>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4058352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4F8A-D831-22EE-83A5-6288A4D9ED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ABADC328-0365-79A1-818B-BC3AE77933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E125C1-1B7B-37CB-D02C-386EBA5BF826}"/>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FFBD6213-0A46-5DC6-5351-E3808694192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6FB9487-AECF-38F1-276C-C4A30E6464F6}"/>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159944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9636F-BBCE-3BE1-C157-DB7F4A2219E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356D212-776B-9F05-C09A-9B554DFDB1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EBCBBFD-853F-C25E-9DFD-2C901C2A4B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B0FF497D-CE25-A8A7-4FEE-0F646D0DD8B0}"/>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6" name="Footer Placeholder 5">
            <a:extLst>
              <a:ext uri="{FF2B5EF4-FFF2-40B4-BE49-F238E27FC236}">
                <a16:creationId xmlns:a16="http://schemas.microsoft.com/office/drawing/2014/main" id="{79FBB11A-34F3-816C-9B63-B35972C06C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0217A1-B45A-238E-19F6-88E8982CDA06}"/>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416081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161E-3AE7-A863-9BCF-72041C165A74}"/>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56B73C6-F930-AFE1-EC7E-F28FE0CB5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56F9F1-A875-E8E9-403C-F6C960C36F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2CC588A-81E2-0FB6-0165-CD01DBB9C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E123D9-5E50-6AB4-E71F-E8F7EF3A9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DE914D6-90D6-112C-F5CA-7E5DA8D2FC25}"/>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8" name="Footer Placeholder 7">
            <a:extLst>
              <a:ext uri="{FF2B5EF4-FFF2-40B4-BE49-F238E27FC236}">
                <a16:creationId xmlns:a16="http://schemas.microsoft.com/office/drawing/2014/main" id="{8DD53D4F-434E-2EA5-3741-82D7D5FB8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405CD49-4CD1-3F69-9A25-0135504FFDCC}"/>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2782606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BC972-AF38-9CB3-0D64-E052D878DD5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3DA98BE-E80B-F80E-BD8B-909F41AB59A1}"/>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4" name="Footer Placeholder 3">
            <a:extLst>
              <a:ext uri="{FF2B5EF4-FFF2-40B4-BE49-F238E27FC236}">
                <a16:creationId xmlns:a16="http://schemas.microsoft.com/office/drawing/2014/main" id="{AB4BD38F-8146-8390-2E65-52511F0A4AE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79C940F-E8BD-5A6D-BFEA-42680D44BAAE}"/>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103544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9A6701-AFA7-DE7F-16CA-7F3F85C1F717}"/>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3" name="Footer Placeholder 2">
            <a:extLst>
              <a:ext uri="{FF2B5EF4-FFF2-40B4-BE49-F238E27FC236}">
                <a16:creationId xmlns:a16="http://schemas.microsoft.com/office/drawing/2014/main" id="{495A7FFD-E9B3-981C-CB67-CB222993CB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E3ECEB9-0D80-6C98-C9D3-2DD5A2AF4931}"/>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1483611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6D9E-A8FC-19B6-443E-0E4A2E443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850C630-FE36-1655-2CFF-D39B4D60F7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B62E516-0D78-E8AC-5F4D-50D160D49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9F7182-7BD7-B5B1-8FD7-BB04C2F86DC7}"/>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6" name="Footer Placeholder 5">
            <a:extLst>
              <a:ext uri="{FF2B5EF4-FFF2-40B4-BE49-F238E27FC236}">
                <a16:creationId xmlns:a16="http://schemas.microsoft.com/office/drawing/2014/main" id="{DFEA50D5-A8F4-27FF-FE5A-A73CC5F39AE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1EBB83-2429-1BEA-03A5-E675833521A1}"/>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1951483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BB798-46F3-644C-3E99-41AEDB4831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AE04656-4D02-ECFB-D21B-524818EAF6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1A9089B-3FC1-B30F-9681-AAB8F1152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613C0A-E79E-F9F6-60D9-E7C1201429F8}"/>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6" name="Footer Placeholder 5">
            <a:extLst>
              <a:ext uri="{FF2B5EF4-FFF2-40B4-BE49-F238E27FC236}">
                <a16:creationId xmlns:a16="http://schemas.microsoft.com/office/drawing/2014/main" id="{30786148-B5CD-03F4-366F-03B8AC3798C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58A387E-8959-135A-0C1D-A8BD7F408D7C}"/>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3138275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773D3-2BD1-5751-BAF3-344490B584F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2372BAB-57B8-6255-5D92-68FC606920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4B3187-0C0A-3BB3-44F1-EB9F41166BFE}"/>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9882A74B-C4F4-47FB-E0B3-08B84AF9808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E920BE-6274-EBB6-4D0F-8044185ACC5E}"/>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354305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02FB5B-084F-D9D8-C1FD-A217B95A62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121C3F4-257C-F277-1BAA-DF6BDB6ECA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E33057-7254-4709-3F05-634D4F23C97A}"/>
              </a:ext>
            </a:extLst>
          </p:cNvPr>
          <p:cNvSpPr>
            <a:spLocks noGrp="1"/>
          </p:cNvSpPr>
          <p:nvPr>
            <p:ph type="dt" sz="half" idx="10"/>
          </p:nvPr>
        </p:nvSpPr>
        <p:spPr/>
        <p:txBody>
          <a:body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FA862294-2D61-16E4-FB74-0DE6F4F116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5051F5B-CAB7-A4AF-358A-BD5F51CE7895}"/>
              </a:ext>
            </a:extLst>
          </p:cNvPr>
          <p:cNvSpPr>
            <a:spLocks noGrp="1"/>
          </p:cNvSpPr>
          <p:nvPr>
            <p:ph type="sldNum" sz="quarter" idx="12"/>
          </p:nvPr>
        </p:nvSpPr>
        <p:spPr/>
        <p:txBody>
          <a:bodyPr/>
          <a:lstStyle/>
          <a:p>
            <a:fld id="{7E9B3DDB-9110-4A55-B482-5A9D23AA3672}" type="slidenum">
              <a:rPr lang="en-AU" smtClean="0"/>
              <a:t>‹#›</a:t>
            </a:fld>
            <a:endParaRPr lang="en-AU"/>
          </a:p>
        </p:txBody>
      </p:sp>
    </p:spTree>
    <p:extLst>
      <p:ext uri="{BB962C8B-B14F-4D97-AF65-F5344CB8AC3E}">
        <p14:creationId xmlns:p14="http://schemas.microsoft.com/office/powerpoint/2010/main" val="4238373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633AA8-5254-2AD5-CED9-346B727F1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4C4C1F1-BAE2-AB83-ABED-C0ECD606A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B21D38-2628-C886-257C-3CD38C112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B31009-43BC-4165-B83F-5AFABD1AB152}" type="datetimeFigureOut">
              <a:rPr lang="en-AU" smtClean="0"/>
              <a:t>3/10/2026</a:t>
            </a:fld>
            <a:endParaRPr lang="en-AU"/>
          </a:p>
        </p:txBody>
      </p:sp>
      <p:sp>
        <p:nvSpPr>
          <p:cNvPr id="5" name="Footer Placeholder 4">
            <a:extLst>
              <a:ext uri="{FF2B5EF4-FFF2-40B4-BE49-F238E27FC236}">
                <a16:creationId xmlns:a16="http://schemas.microsoft.com/office/drawing/2014/main" id="{C72F8C6A-9FEB-3208-310E-2CAC6B9151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272FED8-6618-83FC-1214-69EBC59F60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9B3DDB-9110-4A55-B482-5A9D23AA3672}" type="slidenum">
              <a:rPr lang="en-AU" smtClean="0"/>
              <a:t>‹#›</a:t>
            </a:fld>
            <a:endParaRPr lang="en-AU"/>
          </a:p>
        </p:txBody>
      </p:sp>
    </p:spTree>
    <p:extLst>
      <p:ext uri="{BB962C8B-B14F-4D97-AF65-F5344CB8AC3E}">
        <p14:creationId xmlns:p14="http://schemas.microsoft.com/office/powerpoint/2010/main" val="16073100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iqair.com/us/blog/air-quality/pm2-5" TargetMode="External"/><Relationship Id="rId2" Type="http://schemas.openxmlformats.org/officeDocument/2006/relationships/hyperlink" Target="https://www.iqair.com/us/blog/air-quality/ozone" TargetMode="External"/><Relationship Id="rId1" Type="http://schemas.openxmlformats.org/officeDocument/2006/relationships/slideLayout" Target="../slideLayouts/slideLayout7.xml"/><Relationship Id="rId4" Type="http://schemas.openxmlformats.org/officeDocument/2006/relationships/hyperlink" Target="https://www.iqair.com/us/usa/tennesse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6.jpg"/><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7.png"/><Relationship Id="rId10" Type="http://schemas.openxmlformats.org/officeDocument/2006/relationships/customXml" Target="../ink/ink6.xml"/><Relationship Id="rId4" Type="http://schemas.openxmlformats.org/officeDocument/2006/relationships/customXml" Target="../ink/ink1.xml"/><Relationship Id="rId9" Type="http://schemas.openxmlformats.org/officeDocument/2006/relationships/customXml" Target="../ink/ink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tn.gov/environment/about-tdec/boards-and-commissions/board-air-pollution-control-board.html" TargetMode="External"/><Relationship Id="rId2" Type="http://schemas.openxmlformats.org/officeDocument/2006/relationships/hyperlink" Target="https://www.tn.gov/environment/environmental-related-contacts.html"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atellite view of Earth">
            <a:extLst>
              <a:ext uri="{FF2B5EF4-FFF2-40B4-BE49-F238E27FC236}">
                <a16:creationId xmlns:a16="http://schemas.microsoft.com/office/drawing/2014/main" id="{99E77F1F-8E30-002C-B788-8AFE7C35EDCE}"/>
              </a:ext>
            </a:extLst>
          </p:cNvPr>
          <p:cNvPicPr>
            <a:picLocks noChangeAspect="1"/>
          </p:cNvPicPr>
          <p:nvPr/>
        </p:nvPicPr>
        <p:blipFill rotWithShape="1">
          <a:blip r:embed="rId2"/>
          <a:srcRect t="3517" b="1919"/>
          <a:stretch/>
        </p:blipFill>
        <p:spPr>
          <a:xfrm>
            <a:off x="2522358" y="10"/>
            <a:ext cx="9669642" cy="6857990"/>
          </a:xfrm>
          <a:prstGeom prst="rect">
            <a:avLst/>
          </a:prstGeom>
        </p:spPr>
      </p:pic>
      <p:sp>
        <p:nvSpPr>
          <p:cNvPr id="61" name="Rectangle 6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00B342C-3BE3-86EA-9DC2-76362DE784CE}"/>
              </a:ext>
            </a:extLst>
          </p:cNvPr>
          <p:cNvSpPr txBox="1"/>
          <p:nvPr/>
        </p:nvSpPr>
        <p:spPr>
          <a:xfrm>
            <a:off x="836614" y="596303"/>
            <a:ext cx="3973385" cy="3692028"/>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4400" b="1">
                <a:latin typeface="+mj-lt"/>
                <a:ea typeface="+mj-ea"/>
                <a:cs typeface="+mj-cs"/>
              </a:rPr>
              <a:t>Environmental  </a:t>
            </a:r>
          </a:p>
          <a:p>
            <a:pPr>
              <a:lnSpc>
                <a:spcPct val="90000"/>
              </a:lnSpc>
              <a:spcBef>
                <a:spcPct val="0"/>
              </a:spcBef>
              <a:spcAft>
                <a:spcPts val="600"/>
              </a:spcAft>
            </a:pPr>
            <a:r>
              <a:rPr lang="en-US" sz="4400" b="1">
                <a:latin typeface="+mj-lt"/>
                <a:ea typeface="+mj-ea"/>
                <a:cs typeface="+mj-cs"/>
              </a:rPr>
              <a:t>Health Risk Assessment and Communication</a:t>
            </a:r>
          </a:p>
          <a:p>
            <a:pPr>
              <a:lnSpc>
                <a:spcPct val="90000"/>
              </a:lnSpc>
              <a:spcBef>
                <a:spcPct val="0"/>
              </a:spcBef>
              <a:spcAft>
                <a:spcPts val="600"/>
              </a:spcAft>
            </a:pPr>
            <a:endParaRPr lang="en-US" sz="4400">
              <a:latin typeface="+mj-lt"/>
              <a:ea typeface="+mj-ea"/>
              <a:cs typeface="+mj-cs"/>
            </a:endParaRPr>
          </a:p>
        </p:txBody>
      </p:sp>
    </p:spTree>
    <p:extLst>
      <p:ext uri="{BB962C8B-B14F-4D97-AF65-F5344CB8AC3E}">
        <p14:creationId xmlns:p14="http://schemas.microsoft.com/office/powerpoint/2010/main" val="3171669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248483C-287D-1151-494B-33E3A210C68B}"/>
              </a:ext>
            </a:extLst>
          </p:cNvPr>
          <p:cNvSpPr txBox="1"/>
          <p:nvPr/>
        </p:nvSpPr>
        <p:spPr>
          <a:xfrm>
            <a:off x="368300" y="254000"/>
            <a:ext cx="11823699" cy="7694414"/>
          </a:xfrm>
          <a:prstGeom prst="rect">
            <a:avLst/>
          </a:prstGeom>
          <a:noFill/>
        </p:spPr>
        <p:txBody>
          <a:bodyPr wrap="square" rtlCol="0">
            <a:spAutoFit/>
          </a:bodyPr>
          <a:lstStyle/>
          <a:p>
            <a:r>
              <a:rPr lang="en-AU" sz="3200" b="1" dirty="0">
                <a:ln w="0"/>
                <a:effectLst>
                  <a:outerShdw blurRad="38100" dist="19050" dir="2700000" algn="tl" rotWithShape="0">
                    <a:schemeClr val="dk1">
                      <a:alpha val="40000"/>
                    </a:schemeClr>
                  </a:outerShdw>
                </a:effectLst>
              </a:rPr>
              <a:t>Abstract </a:t>
            </a:r>
          </a:p>
          <a:p>
            <a:r>
              <a:rPr lang="en-AU" sz="2400" dirty="0">
                <a:ln w="0"/>
                <a:effectLst>
                  <a:outerShdw blurRad="38100" dist="19050" dir="2700000" algn="tl" rotWithShape="0">
                    <a:schemeClr val="dk1">
                      <a:alpha val="40000"/>
                    </a:schemeClr>
                  </a:outerShdw>
                </a:effectLst>
              </a:rPr>
              <a:t>    </a:t>
            </a:r>
          </a:p>
          <a:p>
            <a:r>
              <a:rPr lang="en-AU" sz="2400" b="1" dirty="0">
                <a:ln w="0"/>
                <a:effectLst>
                  <a:outerShdw blurRad="38100" dist="19050" dir="2700000" algn="tl" rotWithShape="0">
                    <a:schemeClr val="dk1">
                      <a:alpha val="40000"/>
                    </a:schemeClr>
                  </a:outerShdw>
                </a:effectLst>
              </a:rPr>
              <a:t>Background: Environment play major role in human life. In this assessment try to explain factors affect and how impact of air pollution in quality of life and public health. Further explained Chemical, physical hazard, environment, negative impacts on public health.</a:t>
            </a:r>
          </a:p>
          <a:p>
            <a:endParaRPr lang="en-AU" sz="2400" b="1" dirty="0">
              <a:ln w="0"/>
              <a:effectLst>
                <a:outerShdw blurRad="38100" dist="19050" dir="2700000" algn="tl" rotWithShape="0">
                  <a:schemeClr val="dk1">
                    <a:alpha val="40000"/>
                  </a:schemeClr>
                </a:outerShdw>
              </a:effectLst>
            </a:endParaRPr>
          </a:p>
          <a:p>
            <a:r>
              <a:rPr lang="en-AU" sz="2400" b="1" dirty="0">
                <a:ln w="0"/>
                <a:effectLst>
                  <a:outerShdw blurRad="38100" dist="19050" dir="2700000" algn="tl" rotWithShape="0">
                    <a:schemeClr val="dk1">
                      <a:alpha val="40000"/>
                    </a:schemeClr>
                  </a:outerShdw>
                </a:effectLst>
              </a:rPr>
              <a:t>Location: Tennessee, Nashville, Davidson county.  In which includes public health impacts, climate change considerations, real world issues and how deal with it. Additionally, health risk and ways climate change and policy and plan of government to cope with the air pollution, and communication plan.</a:t>
            </a:r>
          </a:p>
          <a:p>
            <a:endParaRPr lang="en-AU" sz="2400" b="1" dirty="0">
              <a:ln w="0"/>
              <a:effectLst>
                <a:outerShdw blurRad="38100" dist="19050" dir="2700000" algn="tl" rotWithShape="0">
                  <a:schemeClr val="dk1">
                    <a:alpha val="40000"/>
                  </a:schemeClr>
                </a:outerShdw>
              </a:effectLst>
            </a:endParaRPr>
          </a:p>
          <a:p>
            <a:r>
              <a:rPr lang="en-AU" sz="2400" b="1" dirty="0">
                <a:ln w="0"/>
                <a:effectLst>
                  <a:outerShdw blurRad="38100" dist="19050" dir="2700000" algn="tl" rotWithShape="0">
                    <a:schemeClr val="dk1">
                      <a:alpha val="40000"/>
                    </a:schemeClr>
                  </a:outerShdw>
                </a:effectLst>
              </a:rPr>
              <a:t>Conclusion: Environment play crucial role in public health. There are many negative impacts of chemical, air, water, soil pollution on human health, but strategic communication policy and plan can reduce risk and improve quality of life. </a:t>
            </a:r>
          </a:p>
          <a:p>
            <a:endParaRPr lang="en-AU" sz="2400" dirty="0">
              <a:ln w="0"/>
              <a:effectLst>
                <a:outerShdw blurRad="38100" dist="19050" dir="2700000" algn="tl" rotWithShape="0">
                  <a:schemeClr val="dk1">
                    <a:alpha val="40000"/>
                  </a:schemeClr>
                </a:outerShdw>
              </a:effectLst>
            </a:endParaRPr>
          </a:p>
          <a:p>
            <a:endParaRPr lang="en-AU" sz="2400" b="1" dirty="0">
              <a:ln w="0"/>
              <a:effectLst>
                <a:outerShdw blurRad="38100" dist="19050" dir="2700000" algn="tl" rotWithShape="0">
                  <a:schemeClr val="dk1">
                    <a:alpha val="40000"/>
                  </a:schemeClr>
                </a:outerShdw>
              </a:effectLst>
            </a:endParaRPr>
          </a:p>
          <a:p>
            <a:r>
              <a:rPr lang="en-AU" sz="2400" b="1" dirty="0">
                <a:ln w="0"/>
                <a:effectLst>
                  <a:outerShdw blurRad="38100" dist="19050" dir="2700000" algn="tl" rotWithShape="0">
                    <a:schemeClr val="dk1">
                      <a:alpha val="40000"/>
                    </a:schemeClr>
                  </a:outerShdw>
                </a:effectLst>
              </a:rPr>
              <a:t>Keywords: Climate change; air pollution,  air quality, quality of life, ozone layer, county.</a:t>
            </a:r>
          </a:p>
          <a:p>
            <a:endParaRPr lang="en-AU" sz="2400" dirty="0">
              <a:ln w="0"/>
              <a:effectLst>
                <a:outerShdw blurRad="38100" dist="19050" dir="2700000" algn="tl" rotWithShape="0">
                  <a:schemeClr val="dk1">
                    <a:alpha val="40000"/>
                  </a:schemeClr>
                </a:outerShdw>
              </a:effectLst>
            </a:endParaRPr>
          </a:p>
          <a:p>
            <a:endParaRPr lang="en-AU" dirty="0">
              <a:ln w="0"/>
              <a:effectLst>
                <a:outerShdw blurRad="38100" dist="19050" dir="2700000" algn="tl" rotWithShape="0">
                  <a:schemeClr val="dk1">
                    <a:alpha val="40000"/>
                  </a:schemeClr>
                </a:outerShdw>
              </a:effectLst>
            </a:endParaRPr>
          </a:p>
          <a:p>
            <a:endParaRPr lang="en-AU" dirty="0">
              <a:ln w="0"/>
              <a:effectLst>
                <a:outerShdw blurRad="38100" dist="19050" dir="2700000" algn="tl" rotWithShape="0">
                  <a:schemeClr val="dk1">
                    <a:alpha val="40000"/>
                  </a:schemeClr>
                </a:outerShdw>
              </a:effectLst>
            </a:endParaRPr>
          </a:p>
          <a:p>
            <a:endParaRPr lang="en-AU" dirty="0"/>
          </a:p>
        </p:txBody>
      </p:sp>
    </p:spTree>
    <p:extLst>
      <p:ext uri="{BB962C8B-B14F-4D97-AF65-F5344CB8AC3E}">
        <p14:creationId xmlns:p14="http://schemas.microsoft.com/office/powerpoint/2010/main" val="246929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AF6329-BED9-3311-234C-F29E6E59F868}"/>
              </a:ext>
            </a:extLst>
          </p:cNvPr>
          <p:cNvSpPr txBox="1"/>
          <p:nvPr/>
        </p:nvSpPr>
        <p:spPr>
          <a:xfrm>
            <a:off x="127001" y="0"/>
            <a:ext cx="12192000" cy="6401753"/>
          </a:xfrm>
          <a:prstGeom prst="rect">
            <a:avLst/>
          </a:prstGeom>
          <a:noFill/>
        </p:spPr>
        <p:txBody>
          <a:bodyPr wrap="square" rtlCol="0">
            <a:spAutoFit/>
          </a:bodyPr>
          <a:lstStyle/>
          <a:p>
            <a:r>
              <a:rPr lang="en-AU" sz="4000" b="1" dirty="0"/>
              <a:t>Definition:</a:t>
            </a:r>
            <a:r>
              <a:rPr lang="en-AU" sz="4000" dirty="0"/>
              <a:t> </a:t>
            </a:r>
          </a:p>
          <a:p>
            <a:endParaRPr lang="en-AU" dirty="0"/>
          </a:p>
          <a:p>
            <a:r>
              <a:rPr lang="en-AU" sz="3200" dirty="0"/>
              <a:t>Environmental health is the science and practice of preventing human illness and promoting well- being by identifying and evaluating environmental sources of hazardous agent and limiting exposures to hazardous physical, chemical, and biological agents in water, air, soil, food and other environmental  aspects that may adversely affect human health. In other words, Environmental health consist of human health, including quality of life, that are determined by physical, social, biological and psychological factors in the environment. It also refers to the theory and practice of assessing, correcting, controlling, preventing, and evolving those factors in the environment that can potentially affect adversely the health of present and future generation.</a:t>
            </a:r>
          </a:p>
        </p:txBody>
      </p:sp>
    </p:spTree>
    <p:extLst>
      <p:ext uri="{BB962C8B-B14F-4D97-AF65-F5344CB8AC3E}">
        <p14:creationId xmlns:p14="http://schemas.microsoft.com/office/powerpoint/2010/main" val="2270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4460CC-B577-CEAA-F3E9-41642415CD3C}"/>
              </a:ext>
            </a:extLst>
          </p:cNvPr>
          <p:cNvSpPr txBox="1"/>
          <p:nvPr/>
        </p:nvSpPr>
        <p:spPr>
          <a:xfrm>
            <a:off x="127000" y="584200"/>
            <a:ext cx="12197755" cy="5755422"/>
          </a:xfrm>
          <a:prstGeom prst="rect">
            <a:avLst/>
          </a:prstGeom>
          <a:noFill/>
        </p:spPr>
        <p:txBody>
          <a:bodyPr wrap="square" rtlCol="0">
            <a:spAutoFit/>
          </a:bodyPr>
          <a:lstStyle/>
          <a:p>
            <a:r>
              <a:rPr lang="en-AU" sz="4000" b="1" dirty="0"/>
              <a:t>Environmental factors and how it affects health:</a:t>
            </a:r>
          </a:p>
          <a:p>
            <a:endParaRPr lang="en-AU" sz="4000" b="1" dirty="0"/>
          </a:p>
          <a:p>
            <a:r>
              <a:rPr lang="en-AU" sz="3200" dirty="0"/>
              <a:t>Many aspects of the physical, social environment can affect </a:t>
            </a:r>
          </a:p>
          <a:p>
            <a:r>
              <a:rPr lang="en-AU" sz="3200" dirty="0"/>
              <a:t>people’s health</a:t>
            </a:r>
            <a:r>
              <a:rPr lang="en-AU" sz="3200" b="1" dirty="0"/>
              <a:t>. </a:t>
            </a:r>
          </a:p>
          <a:p>
            <a:r>
              <a:rPr lang="en-AU" sz="3200" b="1" dirty="0"/>
              <a:t>Physical environmental factors: </a:t>
            </a:r>
            <a:r>
              <a:rPr lang="en-AU" sz="3200" dirty="0"/>
              <a:t>The factors in the physical environment that are important to health includes harmful substances, such as air pollution or proximity to toxic sites access to various health-related resources for example, healthy or Unhealthy foods, recreational resources, medical care, community design and the build environment for instance, land use mix, stress connectivity, transportation system and so on.</a:t>
            </a:r>
          </a:p>
        </p:txBody>
      </p:sp>
    </p:spTree>
    <p:extLst>
      <p:ext uri="{BB962C8B-B14F-4D97-AF65-F5344CB8AC3E}">
        <p14:creationId xmlns:p14="http://schemas.microsoft.com/office/powerpoint/2010/main" val="68337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2D8DE6-3376-F6D8-2E08-9E23D3E54258}"/>
              </a:ext>
            </a:extLst>
          </p:cNvPr>
          <p:cNvSpPr txBox="1"/>
          <p:nvPr/>
        </p:nvSpPr>
        <p:spPr>
          <a:xfrm>
            <a:off x="279400" y="88900"/>
            <a:ext cx="11811000" cy="6771084"/>
          </a:xfrm>
          <a:prstGeom prst="rect">
            <a:avLst/>
          </a:prstGeom>
          <a:noFill/>
        </p:spPr>
        <p:txBody>
          <a:bodyPr wrap="square" rtlCol="0">
            <a:spAutoFit/>
          </a:bodyPr>
          <a:lstStyle/>
          <a:p>
            <a:endParaRPr lang="en-US" dirty="0"/>
          </a:p>
          <a:p>
            <a:r>
              <a:rPr lang="en-US" sz="3200" dirty="0"/>
              <a:t>The environment can affect health through physical exposures, such as air pollution in which solid and liquid droplets found in the air cause of cardiovascular and respiratory diseases. There are other negative impact on public health such as skin cancer, lung infection, and may contribute to the obesity and diabetes because for housing low-income community move into low-poverty areas experienced significant increasing weight and diabetes due to obesity may cause of high blood pressure.</a:t>
            </a:r>
          </a:p>
          <a:p>
            <a:endParaRPr lang="en-US" sz="3200" kern="1200" dirty="0">
              <a:solidFill>
                <a:schemeClr val="tx1"/>
              </a:solidFill>
              <a:latin typeface="+mn-lt"/>
              <a:ea typeface="+mn-ea"/>
              <a:cs typeface="+mn-cs"/>
            </a:endParaRPr>
          </a:p>
          <a:p>
            <a:r>
              <a:rPr lang="en-US" sz="3200" dirty="0"/>
              <a:t>In below figure, it clearly seen that health effects of pollution. Pollution has direct or indirect affect human health and cause of many health-related issues like cancer, infection, vascular diseases and many more. </a:t>
            </a:r>
            <a:endParaRPr lang="en-US" sz="3200" kern="1200" dirty="0">
              <a:solidFill>
                <a:schemeClr val="tx1"/>
              </a:solidFill>
              <a:latin typeface="+mn-lt"/>
              <a:ea typeface="+mn-ea"/>
              <a:cs typeface="+mn-cs"/>
            </a:endParaRPr>
          </a:p>
        </p:txBody>
      </p:sp>
    </p:spTree>
    <p:extLst>
      <p:ext uri="{BB962C8B-B14F-4D97-AF65-F5344CB8AC3E}">
        <p14:creationId xmlns:p14="http://schemas.microsoft.com/office/powerpoint/2010/main" val="3776631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human body&#10;&#10;Description automatically generated">
            <a:extLst>
              <a:ext uri="{FF2B5EF4-FFF2-40B4-BE49-F238E27FC236}">
                <a16:creationId xmlns:a16="http://schemas.microsoft.com/office/drawing/2014/main" id="{C8751159-E24C-5FBB-10A8-1783F46FD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423" y="0"/>
            <a:ext cx="9659154" cy="6858000"/>
          </a:xfrm>
          <a:prstGeom prst="rect">
            <a:avLst/>
          </a:prstGeom>
        </p:spPr>
      </p:pic>
    </p:spTree>
    <p:extLst>
      <p:ext uri="{BB962C8B-B14F-4D97-AF65-F5344CB8AC3E}">
        <p14:creationId xmlns:p14="http://schemas.microsoft.com/office/powerpoint/2010/main" val="2203245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ECC07D3-6E9C-A5AB-DE58-61C383409AA0}"/>
              </a:ext>
            </a:extLst>
          </p:cNvPr>
          <p:cNvSpPr txBox="1"/>
          <p:nvPr/>
        </p:nvSpPr>
        <p:spPr>
          <a:xfrm>
            <a:off x="190500" y="1003302"/>
            <a:ext cx="6819900" cy="5150810"/>
          </a:xfrm>
          <a:prstGeom prst="rect">
            <a:avLst/>
          </a:prstGeom>
        </p:spPr>
        <p:txBody>
          <a:bodyPr vert="horz" lIns="91440" tIns="45720" rIns="91440" bIns="45720" rtlCol="0">
            <a:normAutofit fontScale="92500" lnSpcReduction="10000"/>
          </a:bodyPr>
          <a:lstStyle/>
          <a:p>
            <a:pPr indent="-228600">
              <a:lnSpc>
                <a:spcPct val="90000"/>
              </a:lnSpc>
              <a:spcAft>
                <a:spcPts val="600"/>
              </a:spcAft>
              <a:buFont typeface="Arial" panose="020B0604020202020204" pitchFamily="34" charset="0"/>
              <a:buChar char="•"/>
            </a:pPr>
            <a:r>
              <a:rPr lang="en-US" sz="3500" b="1" dirty="0"/>
              <a:t>Social environmental factors:  </a:t>
            </a:r>
            <a:r>
              <a:rPr lang="en-US" sz="3200" dirty="0"/>
              <a:t>factors in social environment that are important to health includes safety, social disorder in general, and mainly related to the type, quality and stability of social connection and networks. A network of social relationships is an important source of support and appears to be an important influence on health issues for example neighborhood or work environmental conditions can create stress including safety and social disorder which leads to mental health and physical health</a:t>
            </a:r>
            <a:r>
              <a:rPr lang="en-US" sz="1900" dirty="0"/>
              <a:t>. </a:t>
            </a:r>
          </a:p>
        </p:txBody>
      </p:sp>
      <p:pic>
        <p:nvPicPr>
          <p:cNvPr id="13" name="Picture 12" descr="A poster of a health care worker&#10;&#10;Description automatically generated with medium confidence">
            <a:extLst>
              <a:ext uri="{FF2B5EF4-FFF2-40B4-BE49-F238E27FC236}">
                <a16:creationId xmlns:a16="http://schemas.microsoft.com/office/drawing/2014/main" id="{4B8BBB24-37C1-2043-8C46-6725FADA7E98}"/>
              </a:ext>
            </a:extLst>
          </p:cNvPr>
          <p:cNvPicPr>
            <a:picLocks noChangeAspect="1"/>
          </p:cNvPicPr>
          <p:nvPr/>
        </p:nvPicPr>
        <p:blipFill rotWithShape="1">
          <a:blip r:embed="rId2">
            <a:extLst>
              <a:ext uri="{28A0092B-C50C-407E-A947-70E740481C1C}">
                <a14:useLocalDpi xmlns:a14="http://schemas.microsoft.com/office/drawing/2010/main" val="0"/>
              </a:ext>
            </a:extLst>
          </a:blip>
          <a:srcRect l="2204" r="2" b="2"/>
          <a:stretch/>
        </p:blipFill>
        <p:spPr>
          <a:xfrm>
            <a:off x="7010400" y="0"/>
            <a:ext cx="5181600" cy="6857999"/>
          </a:xfrm>
          <a:prstGeom prst="rect">
            <a:avLst/>
          </a:prstGeom>
        </p:spPr>
      </p:pic>
    </p:spTree>
    <p:extLst>
      <p:ext uri="{BB962C8B-B14F-4D97-AF65-F5344CB8AC3E}">
        <p14:creationId xmlns:p14="http://schemas.microsoft.com/office/powerpoint/2010/main" val="1132170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88B729-262D-DE81-2AC7-ADEAA45E2C01}"/>
              </a:ext>
            </a:extLst>
          </p:cNvPr>
          <p:cNvSpPr txBox="1"/>
          <p:nvPr/>
        </p:nvSpPr>
        <p:spPr>
          <a:xfrm>
            <a:off x="127000" y="266700"/>
            <a:ext cx="11620500" cy="6740307"/>
          </a:xfrm>
          <a:prstGeom prst="rect">
            <a:avLst/>
          </a:prstGeom>
          <a:noFill/>
        </p:spPr>
        <p:txBody>
          <a:bodyPr wrap="square" rtlCol="0">
            <a:spAutoFit/>
          </a:bodyPr>
          <a:lstStyle/>
          <a:p>
            <a:r>
              <a:rPr lang="en-AU" sz="4000" b="1" dirty="0"/>
              <a:t>Location: Tennessee (Nashville, </a:t>
            </a:r>
            <a:r>
              <a:rPr lang="en-AU" sz="4000" b="1" dirty="0" err="1"/>
              <a:t>davidson</a:t>
            </a:r>
            <a:r>
              <a:rPr lang="en-AU" sz="4000" b="1" dirty="0"/>
              <a:t>)</a:t>
            </a:r>
            <a:r>
              <a:rPr lang="en-US" sz="4000" b="0" i="0" dirty="0">
                <a:solidFill>
                  <a:srgbClr val="3C3C3C"/>
                </a:solidFill>
                <a:effectLst/>
                <a:latin typeface="-apple-system"/>
              </a:rPr>
              <a:t> </a:t>
            </a:r>
            <a:r>
              <a:rPr lang="en-US" sz="3200" b="0" i="0" dirty="0">
                <a:solidFill>
                  <a:srgbClr val="3C3C3C"/>
                </a:solidFill>
                <a:effectLst/>
                <a:latin typeface="-apple-system"/>
              </a:rPr>
              <a:t>Nashville is in attainment for the U.S. Environmental Protection Agency’s (EPA’s) most rigorous air pollution standards: short-term </a:t>
            </a:r>
            <a:r>
              <a:rPr lang="en-US" sz="3200" b="0" i="0" u="none" strike="noStrike" dirty="0">
                <a:solidFill>
                  <a:srgbClr val="4DB1CF"/>
                </a:solidFill>
                <a:effectLst/>
                <a:latin typeface="-apple-system"/>
                <a:hlinkClick r:id="rId2"/>
              </a:rPr>
              <a:t>ozone</a:t>
            </a:r>
            <a:r>
              <a:rPr lang="en-US" sz="3200" b="0" i="0" dirty="0">
                <a:solidFill>
                  <a:srgbClr val="3C3C3C"/>
                </a:solidFill>
                <a:effectLst/>
                <a:latin typeface="-apple-system"/>
              </a:rPr>
              <a:t>, short-term </a:t>
            </a:r>
            <a:r>
              <a:rPr lang="en-US" sz="3200" b="0" i="0" u="none" strike="noStrike" dirty="0">
                <a:solidFill>
                  <a:srgbClr val="4DB1CF"/>
                </a:solidFill>
                <a:effectLst/>
                <a:latin typeface="-apple-system"/>
                <a:hlinkClick r:id="rId3"/>
              </a:rPr>
              <a:t>PM2.5</a:t>
            </a:r>
            <a:r>
              <a:rPr lang="en-US" sz="3200" b="0" i="0" dirty="0">
                <a:solidFill>
                  <a:srgbClr val="3C3C3C"/>
                </a:solidFill>
                <a:effectLst/>
                <a:latin typeface="-apple-system"/>
              </a:rPr>
              <a:t>, and annual PM2.5. The capital city of </a:t>
            </a:r>
            <a:r>
              <a:rPr lang="en-US" sz="3200" b="0" i="0" u="none" strike="noStrike" dirty="0">
                <a:solidFill>
                  <a:srgbClr val="4DB1CF"/>
                </a:solidFill>
                <a:effectLst/>
                <a:latin typeface="-apple-system"/>
                <a:hlinkClick r:id="rId4"/>
              </a:rPr>
              <a:t>Tennessee</a:t>
            </a:r>
            <a:r>
              <a:rPr lang="en-US" sz="3200" b="0" i="0" dirty="0">
                <a:solidFill>
                  <a:srgbClr val="3C3C3C"/>
                </a:solidFill>
                <a:effectLst/>
                <a:latin typeface="-apple-system"/>
              </a:rPr>
              <a:t>, however, has not always met these standards. It wasn’t until 2007 that Nashville finally met short-term and annual PM2.5 standards, and 2013 that Nashville met ozone standards. Moreover, during the most recent 2017 to 2019 monitoring period, levels for both annual PM2.5 and daily ozone remained near the governing threshold, indicating that increased emissions from population growth or climate-change derived wildfires could cause Nashville air quality to exceed federal standards in the future.</a:t>
            </a:r>
            <a:endParaRPr lang="en-AU" sz="3200" b="1" dirty="0"/>
          </a:p>
          <a:p>
            <a:endParaRPr lang="en-AU" sz="4000" b="1" dirty="0"/>
          </a:p>
        </p:txBody>
      </p:sp>
    </p:spTree>
    <p:extLst>
      <p:ext uri="{BB962C8B-B14F-4D97-AF65-F5344CB8AC3E}">
        <p14:creationId xmlns:p14="http://schemas.microsoft.com/office/powerpoint/2010/main" val="2246132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565ECC-35AA-E7A4-F1B9-3C0176B24796}"/>
              </a:ext>
            </a:extLst>
          </p:cNvPr>
          <p:cNvSpPr txBox="1"/>
          <p:nvPr/>
        </p:nvSpPr>
        <p:spPr>
          <a:xfrm>
            <a:off x="0" y="0"/>
            <a:ext cx="12191999" cy="6494085"/>
          </a:xfrm>
          <a:prstGeom prst="rect">
            <a:avLst/>
          </a:prstGeom>
          <a:noFill/>
        </p:spPr>
        <p:txBody>
          <a:bodyPr wrap="square" rtlCol="0">
            <a:spAutoFit/>
          </a:bodyPr>
          <a:lstStyle/>
          <a:p>
            <a:r>
              <a:rPr lang="en-US" sz="3200" dirty="0"/>
              <a:t>Nashville ranked as the 387th most polluted city in the United States (out of 1518 cities) in 2019, thus falling within the top 25 percentile of polluted U.S. cities. Still, the capital city is not the most polluted city in Tennessee; rather it falls 7th in the state behind:</a:t>
            </a:r>
          </a:p>
          <a:p>
            <a:r>
              <a:rPr lang="en-US" sz="3200" dirty="0"/>
              <a:t>Red Bank air quality: 13.5 μ g/m3 *</a:t>
            </a:r>
          </a:p>
          <a:p>
            <a:r>
              <a:rPr lang="en-US" sz="3200" dirty="0"/>
              <a:t>Farragut air quality:12.9 μ g/m3 *</a:t>
            </a:r>
          </a:p>
          <a:p>
            <a:r>
              <a:rPr lang="en-US" sz="3200" dirty="0"/>
              <a:t>Chattanooga air quality:12.4 μ g/m3 *</a:t>
            </a:r>
          </a:p>
          <a:p>
            <a:r>
              <a:rPr lang="en-US" sz="3200" dirty="0"/>
              <a:t>Goodlettsville air quality:12.0 μ g/m3 *</a:t>
            </a:r>
          </a:p>
          <a:p>
            <a:r>
              <a:rPr lang="en-US" sz="3200" dirty="0"/>
              <a:t>Knoxville air quality:10.2 μ g/m3 *</a:t>
            </a:r>
          </a:p>
          <a:p>
            <a:r>
              <a:rPr lang="en-US" sz="3200" dirty="0"/>
              <a:t>Athens air quality: 10.0 μ g/m3</a:t>
            </a:r>
          </a:p>
          <a:p>
            <a:endParaRPr lang="en-US" sz="3200" dirty="0"/>
          </a:p>
          <a:p>
            <a:r>
              <a:rPr lang="en-US" sz="3200" dirty="0"/>
              <a:t>* Above the World Health Organization target for average annual PM2.5 of 10 </a:t>
            </a:r>
            <a:r>
              <a:rPr lang="en-US" sz="3200" dirty="0" err="1"/>
              <a:t>μg</a:t>
            </a:r>
            <a:r>
              <a:rPr lang="en-US" sz="3200" dirty="0"/>
              <a:t>/m3</a:t>
            </a:r>
            <a:endParaRPr lang="en-AU" sz="3200" dirty="0"/>
          </a:p>
        </p:txBody>
      </p:sp>
    </p:spTree>
    <p:extLst>
      <p:ext uri="{BB962C8B-B14F-4D97-AF65-F5344CB8AC3E}">
        <p14:creationId xmlns:p14="http://schemas.microsoft.com/office/powerpoint/2010/main" val="1235347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80F42D-6635-4FB7-D28D-B6C58E3204BC}"/>
              </a:ext>
            </a:extLst>
          </p:cNvPr>
          <p:cNvSpPr txBox="1"/>
          <p:nvPr/>
        </p:nvSpPr>
        <p:spPr>
          <a:xfrm>
            <a:off x="279400" y="489734"/>
            <a:ext cx="11912600" cy="5878532"/>
          </a:xfrm>
          <a:prstGeom prst="rect">
            <a:avLst/>
          </a:prstGeom>
          <a:noFill/>
        </p:spPr>
        <p:txBody>
          <a:bodyPr wrap="square" rtlCol="0">
            <a:spAutoFit/>
          </a:bodyPr>
          <a:lstStyle/>
          <a:p>
            <a:r>
              <a:rPr lang="en-AU" sz="4000" b="1" dirty="0"/>
              <a:t>Nashville(Davidson county): Primary causes of air pollution, </a:t>
            </a:r>
            <a:r>
              <a:rPr lang="en-US" sz="4000" b="1" i="0" dirty="0">
                <a:solidFill>
                  <a:srgbClr val="3C3C3C"/>
                </a:solidFill>
                <a:effectLst/>
                <a:latin typeface="-apple-system"/>
              </a:rPr>
              <a:t>air quality is expected to improve or deteriorate and plan accordingly.</a:t>
            </a:r>
            <a:r>
              <a:rPr lang="en-US" sz="4000" b="0" i="0" dirty="0">
                <a:solidFill>
                  <a:srgbClr val="3C3C3C"/>
                </a:solidFill>
                <a:effectLst/>
                <a:latin typeface="-apple-system"/>
              </a:rPr>
              <a:t> </a:t>
            </a:r>
          </a:p>
          <a:p>
            <a:r>
              <a:rPr lang="en-US" sz="3200" b="0" i="0" dirty="0">
                <a:solidFill>
                  <a:srgbClr val="3C3C3C"/>
                </a:solidFill>
                <a:effectLst/>
                <a:latin typeface="-apple-system"/>
              </a:rPr>
              <a:t>While air pollution trends are indicative, air quality can be difficult to predict. In the summer months, high temperatures and stagnant air combine to increase the prevalence and longevity of ambient air pollutants. Ozone is the primary threat during these months, often reaching “moderate” to “unhealthy” levels for hours at a time. In the  </a:t>
            </a:r>
            <a:r>
              <a:rPr lang="en-US" sz="3200" b="0" i="0" dirty="0">
                <a:solidFill>
                  <a:srgbClr val="040C28"/>
                </a:solidFill>
                <a:effectLst/>
                <a:latin typeface="Google Sans"/>
              </a:rPr>
              <a:t>Winter months wood burning, increased car idling, and cool air inversions, weather conditions that trap air pollutants in the lower atmosphere</a:t>
            </a:r>
            <a:r>
              <a:rPr lang="en-US" sz="3200" dirty="0">
                <a:solidFill>
                  <a:srgbClr val="4D5156"/>
                </a:solidFill>
                <a:latin typeface="Google Sans"/>
              </a:rPr>
              <a:t>.</a:t>
            </a:r>
            <a:r>
              <a:rPr lang="en-US" sz="3200" b="0" i="0" dirty="0">
                <a:solidFill>
                  <a:srgbClr val="1E1E1E"/>
                </a:solidFill>
                <a:effectLst/>
                <a:latin typeface="Montserrat" panose="00000500000000000000" pitchFamily="2" charset="0"/>
              </a:rPr>
              <a:t> </a:t>
            </a:r>
            <a:endParaRPr lang="en-AU" sz="3200" dirty="0"/>
          </a:p>
        </p:txBody>
      </p:sp>
    </p:spTree>
    <p:extLst>
      <p:ext uri="{BB962C8B-B14F-4D97-AF65-F5344CB8AC3E}">
        <p14:creationId xmlns:p14="http://schemas.microsoft.com/office/powerpoint/2010/main" val="3634325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diagram of a health cycle">
            <a:extLst>
              <a:ext uri="{FF2B5EF4-FFF2-40B4-BE49-F238E27FC236}">
                <a16:creationId xmlns:a16="http://schemas.microsoft.com/office/drawing/2014/main" id="{67A02359-7463-CAC3-1F7D-A26B1EC53520}"/>
              </a:ext>
            </a:extLst>
          </p:cNvPr>
          <p:cNvPicPr>
            <a:picLocks noChangeAspect="1"/>
          </p:cNvPicPr>
          <p:nvPr/>
        </p:nvPicPr>
        <p:blipFill rotWithShape="1">
          <a:blip r:embed="rId2">
            <a:extLst>
              <a:ext uri="{28A0092B-C50C-407E-A947-70E740481C1C}">
                <a14:useLocalDpi xmlns:a14="http://schemas.microsoft.com/office/drawing/2010/main" val="0"/>
              </a:ext>
            </a:extLst>
          </a:blip>
          <a:srcRect b="11781"/>
          <a:stretch/>
        </p:blipFill>
        <p:spPr>
          <a:xfrm>
            <a:off x="20" y="-229632"/>
            <a:ext cx="12191980" cy="6045200"/>
          </a:xfrm>
          <a:prstGeom prst="rect">
            <a:avLst/>
          </a:prstGeom>
        </p:spPr>
      </p:pic>
      <p:sp>
        <p:nvSpPr>
          <p:cNvPr id="5" name="TextBox 4">
            <a:extLst>
              <a:ext uri="{FF2B5EF4-FFF2-40B4-BE49-F238E27FC236}">
                <a16:creationId xmlns:a16="http://schemas.microsoft.com/office/drawing/2014/main" id="{56F0F284-D8E9-D6E0-6138-C62C2DAAF8CE}"/>
              </a:ext>
            </a:extLst>
          </p:cNvPr>
          <p:cNvSpPr txBox="1"/>
          <p:nvPr/>
        </p:nvSpPr>
        <p:spPr>
          <a:xfrm>
            <a:off x="215900" y="6273800"/>
            <a:ext cx="7820731" cy="369332"/>
          </a:xfrm>
          <a:prstGeom prst="rect">
            <a:avLst/>
          </a:prstGeom>
          <a:noFill/>
        </p:spPr>
        <p:txBody>
          <a:bodyPr wrap="none" rtlCol="0">
            <a:spAutoFit/>
          </a:bodyPr>
          <a:lstStyle/>
          <a:p>
            <a:r>
              <a:rPr lang="en-AU" dirty="0"/>
              <a:t>In this figure clearly shows that how climate change affects directly human health.</a:t>
            </a:r>
          </a:p>
        </p:txBody>
      </p:sp>
    </p:spTree>
    <p:extLst>
      <p:ext uri="{BB962C8B-B14F-4D97-AF65-F5344CB8AC3E}">
        <p14:creationId xmlns:p14="http://schemas.microsoft.com/office/powerpoint/2010/main" val="183422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1BF44C4-7998-FB90-58AD-1CF2EBFA00CE}"/>
              </a:ext>
            </a:extLst>
          </p:cNvPr>
          <p:cNvSpPr txBox="1"/>
          <p:nvPr/>
        </p:nvSpPr>
        <p:spPr>
          <a:xfrm>
            <a:off x="448485" y="42122"/>
            <a:ext cx="8550828" cy="6636974"/>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sz="2400" b="0" i="0" dirty="0">
                <a:effectLst/>
              </a:rPr>
              <a:t>Factory farming can create a range of pollution problems, fragmenting and even destroying natural habitats. This can drive out or even kill the animals and plants that inhabit them. The range of wastes from factory farms can be particularly problematic, leaking into water courses and, in the worst cases, leaving vast "dead zones", where few species can survive. Some of the nitrogen will also become gaseous, turning into ammonia, for instance, which creates problems such as water acidification and ozone layer depletion. </a:t>
            </a:r>
            <a:r>
              <a:rPr lang="en-US" sz="2400" b="1" i="0" dirty="0">
                <a:effectLst/>
              </a:rPr>
              <a:t>factory farming produces substantial greenhouse gas emissions - 14.5% of our total emissions in fact, which is more than the global transport sector. These emissions are intensifying climate change and making certain habitats increasingly hostile to live in. According to the Convention on Biological Diversity, climate change may affect plant growth and production by promoting the spread of pests and diseases, increasing exposure to heat stress and changing rainfall patterns, and encouraging soil erosion due to stronger winds.</a:t>
            </a:r>
            <a:endParaRPr lang="en-US" sz="2400" b="1" dirty="0"/>
          </a:p>
        </p:txBody>
      </p:sp>
      <p:pic>
        <p:nvPicPr>
          <p:cNvPr id="6" name="Picture 5" descr="Thermal power station">
            <a:extLst>
              <a:ext uri="{FF2B5EF4-FFF2-40B4-BE49-F238E27FC236}">
                <a16:creationId xmlns:a16="http://schemas.microsoft.com/office/drawing/2014/main" id="{968D29F9-76E4-EE18-852B-F88D9097BF63}"/>
              </a:ext>
            </a:extLst>
          </p:cNvPr>
          <p:cNvPicPr>
            <a:picLocks noChangeAspect="1"/>
          </p:cNvPicPr>
          <p:nvPr/>
        </p:nvPicPr>
        <p:blipFill rotWithShape="1">
          <a:blip r:embed="rId2"/>
          <a:srcRect r="7456" b="-2"/>
          <a:stretch/>
        </p:blipFill>
        <p:spPr>
          <a:xfrm>
            <a:off x="8999315" y="42122"/>
            <a:ext cx="3023755" cy="5939186"/>
          </a:xfrm>
          <a:prstGeom prst="rect">
            <a:avLst/>
          </a:prstGeom>
        </p:spPr>
      </p:pic>
      <p:grpSp>
        <p:nvGrpSpPr>
          <p:cNvPr id="24" name="Group 23">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25" name="Rectangle 24">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F0DAE5B4-EADA-9887-6932-D090181E7EC2}"/>
              </a:ext>
            </a:extLst>
          </p:cNvPr>
          <p:cNvSpPr txBox="1"/>
          <p:nvPr/>
        </p:nvSpPr>
        <p:spPr>
          <a:xfrm>
            <a:off x="556591" y="6347791"/>
            <a:ext cx="10023578" cy="369332"/>
          </a:xfrm>
          <a:prstGeom prst="rect">
            <a:avLst/>
          </a:prstGeom>
          <a:noFill/>
        </p:spPr>
        <p:txBody>
          <a:bodyPr wrap="none" rtlCol="0">
            <a:spAutoFit/>
          </a:bodyPr>
          <a:lstStyle/>
          <a:p>
            <a:r>
              <a:rPr lang="en-AU" dirty="0"/>
              <a:t>Below there is table shows detail of county and comparison with different county of Tennessee, Nashville.</a:t>
            </a:r>
          </a:p>
        </p:txBody>
      </p:sp>
    </p:spTree>
    <p:extLst>
      <p:ext uri="{BB962C8B-B14F-4D97-AF65-F5344CB8AC3E}">
        <p14:creationId xmlns:p14="http://schemas.microsoft.com/office/powerpoint/2010/main" val="303677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3CA1C16A-D9F0-A16E-CE39-97F194936340}"/>
              </a:ext>
            </a:extLst>
          </p:cNvPr>
          <p:cNvPicPr>
            <a:picLocks noChangeAspect="1"/>
          </p:cNvPicPr>
          <p:nvPr/>
        </p:nvPicPr>
        <p:blipFill rotWithShape="1">
          <a:blip r:embed="rId3">
            <a:extLst>
              <a:ext uri="{28A0092B-C50C-407E-A947-70E740481C1C}">
                <a14:useLocalDpi xmlns:a14="http://schemas.microsoft.com/office/drawing/2010/main" val="0"/>
              </a:ext>
            </a:extLst>
          </a:blip>
          <a:srcRect r="2345" b="-124"/>
          <a:stretch/>
        </p:blipFill>
        <p:spPr>
          <a:xfrm>
            <a:off x="477012" y="927301"/>
            <a:ext cx="10905066" cy="5003398"/>
          </a:xfrm>
          <a:prstGeom prst="rect">
            <a:avLst/>
          </a:prstGeom>
        </p:spPr>
      </p:pic>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3A4DB897-00EC-F781-30F7-E9ED2F37319C}"/>
                  </a:ext>
                </a:extLst>
              </p14:cNvPr>
              <p14:cNvContentPartPr/>
              <p14:nvPr/>
            </p14:nvContentPartPr>
            <p14:xfrm>
              <a:off x="3365729" y="1643087"/>
              <a:ext cx="360" cy="360"/>
            </p14:xfrm>
          </p:contentPart>
        </mc:Choice>
        <mc:Fallback xmlns="">
          <p:pic>
            <p:nvPicPr>
              <p:cNvPr id="14" name="Ink 13">
                <a:extLst>
                  <a:ext uri="{FF2B5EF4-FFF2-40B4-BE49-F238E27FC236}">
                    <a16:creationId xmlns:a16="http://schemas.microsoft.com/office/drawing/2014/main" id="{3A4DB897-00EC-F781-30F7-E9ED2F37319C}"/>
                  </a:ext>
                </a:extLst>
              </p:cNvPr>
              <p:cNvPicPr/>
              <p:nvPr/>
            </p:nvPicPr>
            <p:blipFill>
              <a:blip r:embed="rId5"/>
              <a:stretch>
                <a:fillRect/>
              </a:stretch>
            </p:blipFill>
            <p:spPr>
              <a:xfrm>
                <a:off x="3330089" y="157144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219FE996-26F6-4E2B-BB5E-3479B7A37C25}"/>
                  </a:ext>
                </a:extLst>
              </p14:cNvPr>
              <p14:cNvContentPartPr/>
              <p14:nvPr/>
            </p14:nvContentPartPr>
            <p14:xfrm>
              <a:off x="1988009" y="1669367"/>
              <a:ext cx="360" cy="360"/>
            </p14:xfrm>
          </p:contentPart>
        </mc:Choice>
        <mc:Fallback xmlns="">
          <p:pic>
            <p:nvPicPr>
              <p:cNvPr id="16" name="Ink 15">
                <a:extLst>
                  <a:ext uri="{FF2B5EF4-FFF2-40B4-BE49-F238E27FC236}">
                    <a16:creationId xmlns:a16="http://schemas.microsoft.com/office/drawing/2014/main" id="{219FE996-26F6-4E2B-BB5E-3479B7A37C25}"/>
                  </a:ext>
                </a:extLst>
              </p:cNvPr>
              <p:cNvPicPr/>
              <p:nvPr/>
            </p:nvPicPr>
            <p:blipFill>
              <a:blip r:embed="rId5"/>
              <a:stretch>
                <a:fillRect/>
              </a:stretch>
            </p:blipFill>
            <p:spPr>
              <a:xfrm>
                <a:off x="1952009" y="159772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B493B584-C569-C3DC-0C07-BDA070A37B41}"/>
                  </a:ext>
                </a:extLst>
              </p14:cNvPr>
              <p14:cNvContentPartPr/>
              <p14:nvPr/>
            </p14:nvContentPartPr>
            <p14:xfrm>
              <a:off x="5035409" y="1669367"/>
              <a:ext cx="360" cy="360"/>
            </p14:xfrm>
          </p:contentPart>
        </mc:Choice>
        <mc:Fallback xmlns="">
          <p:pic>
            <p:nvPicPr>
              <p:cNvPr id="18" name="Ink 17">
                <a:extLst>
                  <a:ext uri="{FF2B5EF4-FFF2-40B4-BE49-F238E27FC236}">
                    <a16:creationId xmlns:a16="http://schemas.microsoft.com/office/drawing/2014/main" id="{B493B584-C569-C3DC-0C07-BDA070A37B41}"/>
                  </a:ext>
                </a:extLst>
              </p:cNvPr>
              <p:cNvPicPr/>
              <p:nvPr/>
            </p:nvPicPr>
            <p:blipFill>
              <a:blip r:embed="rId5"/>
              <a:stretch>
                <a:fillRect/>
              </a:stretch>
            </p:blipFill>
            <p:spPr>
              <a:xfrm>
                <a:off x="4999409" y="159772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85A3276A-551F-004F-6838-035A0ECA24C2}"/>
                  </a:ext>
                </a:extLst>
              </p14:cNvPr>
              <p14:cNvContentPartPr/>
              <p14:nvPr/>
            </p14:nvContentPartPr>
            <p14:xfrm>
              <a:off x="5671529" y="1643087"/>
              <a:ext cx="360" cy="360"/>
            </p14:xfrm>
          </p:contentPart>
        </mc:Choice>
        <mc:Fallback xmlns="">
          <p:pic>
            <p:nvPicPr>
              <p:cNvPr id="20" name="Ink 19">
                <a:extLst>
                  <a:ext uri="{FF2B5EF4-FFF2-40B4-BE49-F238E27FC236}">
                    <a16:creationId xmlns:a16="http://schemas.microsoft.com/office/drawing/2014/main" id="{85A3276A-551F-004F-6838-035A0ECA24C2}"/>
                  </a:ext>
                </a:extLst>
              </p:cNvPr>
              <p:cNvPicPr/>
              <p:nvPr/>
            </p:nvPicPr>
            <p:blipFill>
              <a:blip r:embed="rId5"/>
              <a:stretch>
                <a:fillRect/>
              </a:stretch>
            </p:blipFill>
            <p:spPr>
              <a:xfrm>
                <a:off x="5635889" y="157144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F87A4354-BDD9-A184-3A58-70C7D6F7D0F9}"/>
                  </a:ext>
                </a:extLst>
              </p14:cNvPr>
              <p14:cNvContentPartPr/>
              <p14:nvPr/>
            </p14:nvContentPartPr>
            <p14:xfrm>
              <a:off x="6546329" y="1683047"/>
              <a:ext cx="360" cy="360"/>
            </p14:xfrm>
          </p:contentPart>
        </mc:Choice>
        <mc:Fallback xmlns="">
          <p:pic>
            <p:nvPicPr>
              <p:cNvPr id="22" name="Ink 21">
                <a:extLst>
                  <a:ext uri="{FF2B5EF4-FFF2-40B4-BE49-F238E27FC236}">
                    <a16:creationId xmlns:a16="http://schemas.microsoft.com/office/drawing/2014/main" id="{F87A4354-BDD9-A184-3A58-70C7D6F7D0F9}"/>
                  </a:ext>
                </a:extLst>
              </p:cNvPr>
              <p:cNvPicPr/>
              <p:nvPr/>
            </p:nvPicPr>
            <p:blipFill>
              <a:blip r:embed="rId5"/>
              <a:stretch>
                <a:fillRect/>
              </a:stretch>
            </p:blipFill>
            <p:spPr>
              <a:xfrm>
                <a:off x="6510329" y="161104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Ink 23">
                <a:extLst>
                  <a:ext uri="{FF2B5EF4-FFF2-40B4-BE49-F238E27FC236}">
                    <a16:creationId xmlns:a16="http://schemas.microsoft.com/office/drawing/2014/main" id="{47119D61-0BFA-0EA3-7AEB-167FEC599C70}"/>
                  </a:ext>
                </a:extLst>
              </p14:cNvPr>
              <p14:cNvContentPartPr/>
              <p14:nvPr/>
            </p14:nvContentPartPr>
            <p14:xfrm>
              <a:off x="7182449" y="1629407"/>
              <a:ext cx="360" cy="360"/>
            </p14:xfrm>
          </p:contentPart>
        </mc:Choice>
        <mc:Fallback xmlns="">
          <p:pic>
            <p:nvPicPr>
              <p:cNvPr id="24" name="Ink 23">
                <a:extLst>
                  <a:ext uri="{FF2B5EF4-FFF2-40B4-BE49-F238E27FC236}">
                    <a16:creationId xmlns:a16="http://schemas.microsoft.com/office/drawing/2014/main" id="{47119D61-0BFA-0EA3-7AEB-167FEC599C70}"/>
                  </a:ext>
                </a:extLst>
              </p:cNvPr>
              <p:cNvPicPr/>
              <p:nvPr/>
            </p:nvPicPr>
            <p:blipFill>
              <a:blip r:embed="rId5"/>
              <a:stretch>
                <a:fillRect/>
              </a:stretch>
            </p:blipFill>
            <p:spPr>
              <a:xfrm>
                <a:off x="7146809" y="1557767"/>
                <a:ext cx="72000" cy="144000"/>
              </a:xfrm>
              <a:prstGeom prst="rect">
                <a:avLst/>
              </a:prstGeom>
            </p:spPr>
          </p:pic>
        </mc:Fallback>
      </mc:AlternateContent>
    </p:spTree>
    <p:extLst>
      <p:ext uri="{BB962C8B-B14F-4D97-AF65-F5344CB8AC3E}">
        <p14:creationId xmlns:p14="http://schemas.microsoft.com/office/powerpoint/2010/main" val="976724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E4B27A-87E9-904D-07C8-0F4C37D3F252}"/>
              </a:ext>
            </a:extLst>
          </p:cNvPr>
          <p:cNvSpPr txBox="1"/>
          <p:nvPr/>
        </p:nvSpPr>
        <p:spPr>
          <a:xfrm>
            <a:off x="223573" y="298967"/>
            <a:ext cx="11968427" cy="7048083"/>
          </a:xfrm>
          <a:prstGeom prst="rect">
            <a:avLst/>
          </a:prstGeom>
          <a:noFill/>
        </p:spPr>
        <p:txBody>
          <a:bodyPr wrap="square" rtlCol="0">
            <a:spAutoFit/>
          </a:bodyPr>
          <a:lstStyle/>
          <a:p>
            <a:r>
              <a:rPr lang="en-US" sz="3200" dirty="0"/>
              <a:t>Environmental Scouts aims to inspire our youth to be leaders in their own communities by building a dynamic, real-life educational curriculum and spreading awareness. This type of knowledge is not gained solely through books. It is primarily from seeing what others have done, identifying what improvements can be made in your own current life situation, and finding ways to get involved. Environmental Scouts is a shared platform for environmental movements across various sectors. As we know it, life on Earth is interconnected, a delicate balance. We cannot separate out which environmental issue is more important than the other. Global Warming, Plastic Pollution, Extinction, threats to Biodiversity, Social Justice – like clean air, water, land/communities, energy, food, the wild – are all equally important components in our delicate ecosystem that are tightly interwoven.</a:t>
            </a:r>
          </a:p>
          <a:p>
            <a:endParaRPr lang="en-US" dirty="0"/>
          </a:p>
          <a:p>
            <a:endParaRPr lang="en-AU" dirty="0"/>
          </a:p>
        </p:txBody>
      </p:sp>
    </p:spTree>
    <p:extLst>
      <p:ext uri="{BB962C8B-B14F-4D97-AF65-F5344CB8AC3E}">
        <p14:creationId xmlns:p14="http://schemas.microsoft.com/office/powerpoint/2010/main" val="3539180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oster with text and images">
            <a:extLst>
              <a:ext uri="{FF2B5EF4-FFF2-40B4-BE49-F238E27FC236}">
                <a16:creationId xmlns:a16="http://schemas.microsoft.com/office/drawing/2014/main" id="{EC1AA47A-FC4F-7A27-4F43-3F3234B05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457200"/>
            <a:ext cx="9194799" cy="5943600"/>
          </a:xfrm>
          <a:prstGeom prst="rect">
            <a:avLst/>
          </a:prstGeom>
        </p:spPr>
      </p:pic>
    </p:spTree>
    <p:extLst>
      <p:ext uri="{BB962C8B-B14F-4D97-AF65-F5344CB8AC3E}">
        <p14:creationId xmlns:p14="http://schemas.microsoft.com/office/powerpoint/2010/main" val="4230159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F349C-9D57-53D1-B4A3-91A28C35411F}"/>
              </a:ext>
            </a:extLst>
          </p:cNvPr>
          <p:cNvSpPr txBox="1"/>
          <p:nvPr/>
        </p:nvSpPr>
        <p:spPr>
          <a:xfrm>
            <a:off x="330200" y="250734"/>
            <a:ext cx="10680700" cy="6617196"/>
          </a:xfrm>
          <a:prstGeom prst="rect">
            <a:avLst/>
          </a:prstGeom>
          <a:noFill/>
        </p:spPr>
        <p:txBody>
          <a:bodyPr wrap="square" rtlCol="0">
            <a:spAutoFit/>
          </a:bodyPr>
          <a:lstStyle/>
          <a:p>
            <a:pPr algn="l"/>
            <a:r>
              <a:rPr lang="en-US" sz="4000" b="1" i="0" dirty="0">
                <a:solidFill>
                  <a:srgbClr val="1B365D"/>
                </a:solidFill>
                <a:effectLst/>
                <a:latin typeface="Permian Slab"/>
              </a:rPr>
              <a:t>Air Pollution Control</a:t>
            </a:r>
          </a:p>
          <a:p>
            <a:pPr algn="l"/>
            <a:r>
              <a:rPr lang="en-US" sz="2400" i="0" dirty="0">
                <a:solidFill>
                  <a:srgbClr val="131E29"/>
                </a:solidFill>
                <a:effectLst/>
                <a:latin typeface="Open Sans" panose="020B0606030504020204" pitchFamily="34" charset="0"/>
              </a:rPr>
              <a:t>The Division of Air Pollution Control is directed to maintain the purity of the air resources of the State of Tennessee consistent with the protection of normal health, general welfare, and physical property of the people while preserving maximum employment and enhancing the industrial development of the State.</a:t>
            </a:r>
          </a:p>
          <a:p>
            <a:pPr algn="l"/>
            <a:endParaRPr lang="en-US" sz="2400" i="0" dirty="0">
              <a:solidFill>
                <a:srgbClr val="131E29"/>
              </a:solidFill>
              <a:effectLst/>
              <a:latin typeface="Open Sans" panose="020B0606030504020204" pitchFamily="34" charset="0"/>
            </a:endParaRPr>
          </a:p>
          <a:p>
            <a:pPr algn="l"/>
            <a:r>
              <a:rPr lang="en-US" sz="2400" i="0" dirty="0">
                <a:solidFill>
                  <a:srgbClr val="131E29"/>
                </a:solidFill>
                <a:effectLst/>
                <a:latin typeface="Open Sans" panose="020B0606030504020204" pitchFamily="34" charset="0"/>
              </a:rPr>
              <a:t>The Division directly serves 91 counties within the state and oversees and assists in the actions of Davidson, Hamilton, Knox, and Shelby counties, which have their own </a:t>
            </a:r>
            <a:r>
              <a:rPr lang="en-US" sz="2400" i="0" u="sng" dirty="0">
                <a:solidFill>
                  <a:srgbClr val="174A7C"/>
                </a:solidFill>
                <a:effectLst/>
                <a:latin typeface="Open Sans" panose="020B0606030504020204" pitchFamily="34" charset="0"/>
                <a:hlinkClick r:id="rId2" tooltip="Local Programs"/>
              </a:rPr>
              <a:t>local air pollution control programs.</a:t>
            </a:r>
            <a:endParaRPr lang="en-US" sz="2400" i="0" dirty="0">
              <a:solidFill>
                <a:srgbClr val="131E29"/>
              </a:solidFill>
              <a:effectLst/>
              <a:latin typeface="Open Sans" panose="020B0606030504020204" pitchFamily="34" charset="0"/>
            </a:endParaRPr>
          </a:p>
          <a:p>
            <a:pPr algn="l"/>
            <a:r>
              <a:rPr lang="en-US" sz="2400" i="0" dirty="0">
                <a:solidFill>
                  <a:srgbClr val="131E29"/>
                </a:solidFill>
                <a:effectLst/>
                <a:latin typeface="Open Sans" panose="020B0606030504020204" pitchFamily="34" charset="0"/>
              </a:rPr>
              <a:t>The Division establishes emission standards and procedure requirements to monitor industries in the State through the issuance of construction and operating permits. Established to carry out control and abatement of air pollution, the </a:t>
            </a:r>
            <a:r>
              <a:rPr lang="en-US" sz="2400" i="0" u="sng" dirty="0">
                <a:solidFill>
                  <a:srgbClr val="174A7C"/>
                </a:solidFill>
                <a:effectLst/>
                <a:latin typeface="Open Sans" panose="020B0606030504020204" pitchFamily="34" charset="0"/>
                <a:hlinkClick r:id="rId3" tooltip="Air Pollution Board"/>
              </a:rPr>
              <a:t>Tennessee Air Pollution Control Board</a:t>
            </a:r>
            <a:r>
              <a:rPr lang="en-US" sz="2400" i="0" dirty="0">
                <a:solidFill>
                  <a:srgbClr val="131E29"/>
                </a:solidFill>
                <a:effectLst/>
                <a:latin typeface="Open Sans" panose="020B0606030504020204" pitchFamily="34" charset="0"/>
              </a:rPr>
              <a:t> adopts regulations, holds hearings, and initiates court actions to enforce regulations. Division staff function as the administrative agency of the Board</a:t>
            </a:r>
            <a:r>
              <a:rPr lang="en-US" b="0" i="0" dirty="0">
                <a:solidFill>
                  <a:srgbClr val="131E29"/>
                </a:solidFill>
                <a:effectLst/>
                <a:latin typeface="Open Sans" panose="020B0606030504020204" pitchFamily="34" charset="0"/>
              </a:rPr>
              <a:t>.</a:t>
            </a:r>
          </a:p>
        </p:txBody>
      </p:sp>
    </p:spTree>
    <p:extLst>
      <p:ext uri="{BB962C8B-B14F-4D97-AF65-F5344CB8AC3E}">
        <p14:creationId xmlns:p14="http://schemas.microsoft.com/office/powerpoint/2010/main" val="3931244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7706A0-EB3E-44C2-999C-F235EC5D0B0C}"/>
              </a:ext>
            </a:extLst>
          </p:cNvPr>
          <p:cNvSpPr txBox="1"/>
          <p:nvPr/>
        </p:nvSpPr>
        <p:spPr>
          <a:xfrm>
            <a:off x="381000" y="289679"/>
            <a:ext cx="11811000" cy="5693866"/>
          </a:xfrm>
          <a:prstGeom prst="rect">
            <a:avLst/>
          </a:prstGeom>
          <a:noFill/>
        </p:spPr>
        <p:txBody>
          <a:bodyPr wrap="square">
            <a:spAutoFit/>
          </a:bodyPr>
          <a:lstStyle/>
          <a:p>
            <a:r>
              <a:rPr lang="en-US" sz="2800" dirty="0"/>
              <a:t>Office of Policy &amp; Planning,  department of environmental and conservation:</a:t>
            </a:r>
          </a:p>
          <a:p>
            <a:r>
              <a:rPr lang="en-US" sz="2800" dirty="0"/>
              <a:t>TDEC’s Office of Policy &amp; Planning (OPP) provides research, analysis, and strategic support to further the Department’s purpose to enhance the quality of life for Tennessee citizens and the natural environment. OPP accomplishes this mission through:</a:t>
            </a:r>
          </a:p>
          <a:p>
            <a:r>
              <a:rPr lang="en-US" sz="2800" dirty="0"/>
              <a:t>Leading research into multi-disciplinary policy topics and developing deliverables for internal and external audiences;</a:t>
            </a:r>
          </a:p>
          <a:p>
            <a:r>
              <a:rPr lang="en-US" sz="2800" dirty="0"/>
              <a:t>Establishing and implementing departmental strategic planning initiatives;</a:t>
            </a:r>
          </a:p>
          <a:p>
            <a:r>
              <a:rPr lang="en-US" sz="2800" dirty="0"/>
              <a:t>Coordinating Departmental comments on proposed projects or policy actions that impact the Department and/or the State;</a:t>
            </a:r>
          </a:p>
          <a:p>
            <a:r>
              <a:rPr lang="en-US" sz="2800" dirty="0"/>
              <a:t>Supporting Environmental Justice efforts; and</a:t>
            </a:r>
          </a:p>
          <a:p>
            <a:r>
              <a:rPr lang="en-US" sz="2800" dirty="0"/>
              <a:t>Ensuring TDEC and its contractors and subrecipients are aware of the provisions of and responsibilities associated with the Title VI of the Civil Rights Act of 1964.</a:t>
            </a:r>
          </a:p>
        </p:txBody>
      </p:sp>
    </p:spTree>
    <p:extLst>
      <p:ext uri="{BB962C8B-B14F-4D97-AF65-F5344CB8AC3E}">
        <p14:creationId xmlns:p14="http://schemas.microsoft.com/office/powerpoint/2010/main" val="2800911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F0741D-64CF-6169-4CEF-F1D97F267DF1}"/>
              </a:ext>
            </a:extLst>
          </p:cNvPr>
          <p:cNvSpPr txBox="1"/>
          <p:nvPr/>
        </p:nvSpPr>
        <p:spPr>
          <a:xfrm>
            <a:off x="266700" y="177800"/>
            <a:ext cx="12052300" cy="4247317"/>
          </a:xfrm>
          <a:prstGeom prst="rect">
            <a:avLst/>
          </a:prstGeom>
          <a:noFill/>
        </p:spPr>
        <p:txBody>
          <a:bodyPr wrap="square" rtlCol="0">
            <a:spAutoFit/>
          </a:bodyPr>
          <a:lstStyle/>
          <a:p>
            <a:pPr algn="l"/>
            <a:r>
              <a:rPr lang="en-US" sz="3600" i="0" dirty="0">
                <a:solidFill>
                  <a:srgbClr val="1B365D"/>
                </a:solidFill>
                <a:effectLst/>
                <a:latin typeface="Permian Slab"/>
              </a:rPr>
              <a:t>Environmental Policy:</a:t>
            </a:r>
          </a:p>
          <a:p>
            <a:pPr algn="l"/>
            <a:r>
              <a:rPr lang="en-US" sz="2400" i="0" dirty="0">
                <a:solidFill>
                  <a:srgbClr val="131E29"/>
                </a:solidFill>
                <a:effectLst/>
                <a:latin typeface="Open Sans" panose="020B0606030504020204" pitchFamily="34" charset="0"/>
              </a:rPr>
              <a:t>The Department is continually preparing for and responding to a variety of complex issues and challenges when it comes to safeguarding human health, protecting the environment, conserving natural resources and managing an award-winning state park system for Tennessee. Our office assists in this endeavor by examining legacy, current and emerging issues that cut across environmental media, the Department's divisions and programs, geographic locations, and political jurisdictions. Through independent and comprehensive research and analysis, our office provides option alternatives and policy recommendations for the Department</a:t>
            </a:r>
            <a:r>
              <a:rPr lang="en-US" b="0" i="0" dirty="0">
                <a:solidFill>
                  <a:srgbClr val="131E29"/>
                </a:solidFill>
                <a:effectLst/>
                <a:latin typeface="Open Sans" panose="020B0606030504020204" pitchFamily="34" charset="0"/>
              </a:rPr>
              <a:t>.</a:t>
            </a:r>
          </a:p>
          <a:p>
            <a:pPr algn="l"/>
            <a:r>
              <a:rPr lang="en-US" dirty="0">
                <a:solidFill>
                  <a:srgbClr val="131E29"/>
                </a:solidFill>
                <a:latin typeface="Open Sans" panose="020B0606030504020204" pitchFamily="34" charset="0"/>
              </a:rPr>
              <a:t> </a:t>
            </a:r>
            <a:endParaRPr lang="en-US" b="0" i="0" dirty="0">
              <a:solidFill>
                <a:srgbClr val="131E29"/>
              </a:solidFill>
              <a:effectLst/>
              <a:latin typeface="Open Sans" panose="020B0606030504020204" pitchFamily="34" charset="0"/>
            </a:endParaRPr>
          </a:p>
        </p:txBody>
      </p:sp>
    </p:spTree>
    <p:extLst>
      <p:ext uri="{BB962C8B-B14F-4D97-AF65-F5344CB8AC3E}">
        <p14:creationId xmlns:p14="http://schemas.microsoft.com/office/powerpoint/2010/main" val="202704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57FFF8-7922-2B33-169F-DF0C6B32E530}"/>
              </a:ext>
            </a:extLst>
          </p:cNvPr>
          <p:cNvSpPr txBox="1"/>
          <p:nvPr/>
        </p:nvSpPr>
        <p:spPr>
          <a:xfrm>
            <a:off x="139701" y="889000"/>
            <a:ext cx="12052299" cy="5355312"/>
          </a:xfrm>
          <a:prstGeom prst="rect">
            <a:avLst/>
          </a:prstGeom>
          <a:noFill/>
        </p:spPr>
        <p:txBody>
          <a:bodyPr wrap="square" rtlCol="0">
            <a:spAutoFit/>
          </a:bodyPr>
          <a:lstStyle/>
          <a:p>
            <a:pPr algn="l"/>
            <a:r>
              <a:rPr lang="en-US" b="0" i="0" dirty="0">
                <a:solidFill>
                  <a:srgbClr val="282828"/>
                </a:solidFill>
                <a:effectLst/>
                <a:latin typeface="Public Sans Light"/>
              </a:rPr>
              <a:t>This program is responsible for promoting the physical health and welfare of the public by protecting and enhancing the quality of the ambient air in Nashville (Davidson County), Tennessee. Specific responsibilities of the program include:</a:t>
            </a:r>
          </a:p>
          <a:p>
            <a:pPr algn="l">
              <a:buFont typeface="Arial" panose="020B0604020202020204" pitchFamily="34" charset="0"/>
              <a:buChar char="•"/>
            </a:pPr>
            <a:r>
              <a:rPr lang="en-US" b="0" i="0" dirty="0">
                <a:solidFill>
                  <a:srgbClr val="282828"/>
                </a:solidFill>
                <a:effectLst/>
                <a:latin typeface="Public Sans Light"/>
              </a:rPr>
              <a:t>Inspecting potential sources of air pollution and </a:t>
            </a:r>
            <a:r>
              <a:rPr lang="en-US" dirty="0">
                <a:solidFill>
                  <a:srgbClr val="282828"/>
                </a:solidFill>
                <a:latin typeface="Public Sans Light"/>
              </a:rPr>
              <a:t>evaluating</a:t>
            </a:r>
            <a:r>
              <a:rPr lang="en-US" b="0" i="0" dirty="0">
                <a:solidFill>
                  <a:srgbClr val="282828"/>
                </a:solidFill>
                <a:effectLst/>
                <a:latin typeface="Public Sans Light"/>
              </a:rPr>
              <a:t> that these sources are operating in compliance, or are brought into compliance, with all applicable air pollution regulations.</a:t>
            </a:r>
          </a:p>
          <a:p>
            <a:pPr algn="l">
              <a:buFont typeface="Arial" panose="020B0604020202020204" pitchFamily="34" charset="0"/>
              <a:buChar char="•"/>
            </a:pPr>
            <a:r>
              <a:rPr lang="en-US" b="0" i="0" dirty="0">
                <a:solidFill>
                  <a:srgbClr val="282828"/>
                </a:solidFill>
                <a:effectLst/>
                <a:latin typeface="Public Sans Light"/>
              </a:rPr>
              <a:t>Evaluating air pollution permit applications and issuing construction permits to new and modified sources. Operating permits are issued to those sources that are operating in compliance with the applicable air pollution regulations or to those that are on an approved compliance schedule.</a:t>
            </a:r>
          </a:p>
          <a:p>
            <a:pPr algn="l">
              <a:buFont typeface="Arial" panose="020B0604020202020204" pitchFamily="34" charset="0"/>
              <a:buChar char="•"/>
            </a:pPr>
            <a:r>
              <a:rPr lang="en-US" b="0" i="0" dirty="0">
                <a:solidFill>
                  <a:srgbClr val="282828"/>
                </a:solidFill>
                <a:effectLst/>
                <a:latin typeface="Public Sans Light"/>
              </a:rPr>
              <a:t>Preparing a comprehensive annual air pollution emissions inventory including criteria and toxic air pollutants emitted from permitted facilities as well as other significant area and mobile sources.</a:t>
            </a:r>
          </a:p>
          <a:p>
            <a:pPr algn="l">
              <a:buFont typeface="Arial" panose="020B0604020202020204" pitchFamily="34" charset="0"/>
              <a:buChar char="•"/>
            </a:pPr>
            <a:r>
              <a:rPr lang="en-US" b="0" i="0" dirty="0">
                <a:solidFill>
                  <a:srgbClr val="282828"/>
                </a:solidFill>
                <a:effectLst/>
                <a:latin typeface="Public Sans Light"/>
              </a:rPr>
              <a:t>Responding to complaints from the public regarding ambient air pollution as well as indoor air quality.</a:t>
            </a:r>
          </a:p>
          <a:p>
            <a:pPr algn="l">
              <a:buFont typeface="Arial" panose="020B0604020202020204" pitchFamily="34" charset="0"/>
              <a:buChar char="•"/>
            </a:pPr>
            <a:r>
              <a:rPr lang="en-US" b="0" i="0" dirty="0">
                <a:solidFill>
                  <a:srgbClr val="282828"/>
                </a:solidFill>
                <a:effectLst/>
                <a:latin typeface="Public Sans Light"/>
              </a:rPr>
              <a:t>Operating an ambient monitoring network across Davidson County monitoring for the following criteria air pollutants:</a:t>
            </a:r>
          </a:p>
          <a:p>
            <a:pPr marL="742950" lvl="1" indent="-285750" algn="l">
              <a:buFont typeface="Arial" panose="020B0604020202020204" pitchFamily="34" charset="0"/>
              <a:buChar char="•"/>
            </a:pPr>
            <a:r>
              <a:rPr lang="en-US" b="0" i="0" dirty="0">
                <a:solidFill>
                  <a:srgbClr val="282828"/>
                </a:solidFill>
                <a:effectLst/>
                <a:latin typeface="Public Sans Light"/>
              </a:rPr>
              <a:t>PM10 (particulate matter less than 10 microns in diameter)</a:t>
            </a:r>
          </a:p>
          <a:p>
            <a:pPr marL="742950" lvl="1" indent="-285750" algn="l">
              <a:buFont typeface="Arial" panose="020B0604020202020204" pitchFamily="34" charset="0"/>
              <a:buChar char="•"/>
            </a:pPr>
            <a:r>
              <a:rPr lang="en-US" b="0" i="0" dirty="0">
                <a:solidFill>
                  <a:srgbClr val="282828"/>
                </a:solidFill>
                <a:effectLst/>
                <a:latin typeface="Public Sans Light"/>
              </a:rPr>
              <a:t>PM2.5 (particulate matter less than 2.5 microns in diameter)</a:t>
            </a:r>
          </a:p>
          <a:p>
            <a:pPr marL="742950" lvl="1" indent="-285750" algn="l">
              <a:buFont typeface="Arial" panose="020B0604020202020204" pitchFamily="34" charset="0"/>
              <a:buChar char="•"/>
            </a:pPr>
            <a:r>
              <a:rPr lang="en-US" b="0" i="0" dirty="0">
                <a:solidFill>
                  <a:srgbClr val="282828"/>
                </a:solidFill>
                <a:effectLst/>
                <a:latin typeface="Public Sans Light"/>
              </a:rPr>
              <a:t>Sulfur dioxide</a:t>
            </a:r>
          </a:p>
          <a:p>
            <a:pPr marL="742950" lvl="1" indent="-285750" algn="l">
              <a:buFont typeface="Arial" panose="020B0604020202020204" pitchFamily="34" charset="0"/>
              <a:buChar char="•"/>
            </a:pPr>
            <a:r>
              <a:rPr lang="en-US" b="0" i="0" dirty="0">
                <a:solidFill>
                  <a:srgbClr val="282828"/>
                </a:solidFill>
                <a:effectLst/>
                <a:latin typeface="Public Sans Light"/>
              </a:rPr>
              <a:t>Nitrogen dioxide</a:t>
            </a:r>
          </a:p>
          <a:p>
            <a:pPr marL="742950" lvl="1" indent="-285750" algn="l">
              <a:buFont typeface="Arial" panose="020B0604020202020204" pitchFamily="34" charset="0"/>
              <a:buChar char="•"/>
            </a:pPr>
            <a:r>
              <a:rPr lang="en-US" b="0" i="0" dirty="0">
                <a:solidFill>
                  <a:srgbClr val="282828"/>
                </a:solidFill>
                <a:effectLst/>
                <a:latin typeface="Public Sans Light"/>
              </a:rPr>
              <a:t>Carbon monoxide</a:t>
            </a:r>
          </a:p>
          <a:p>
            <a:pPr marL="742950" lvl="1" indent="-285750" algn="l">
              <a:buFont typeface="Arial" panose="020B0604020202020204" pitchFamily="34" charset="0"/>
              <a:buChar char="•"/>
            </a:pPr>
            <a:r>
              <a:rPr lang="en-US" b="0" i="0" dirty="0">
                <a:solidFill>
                  <a:srgbClr val="282828"/>
                </a:solidFill>
                <a:effectLst/>
                <a:latin typeface="Public Sans Light"/>
              </a:rPr>
              <a:t>Ozone</a:t>
            </a:r>
          </a:p>
          <a:p>
            <a:pPr algn="l"/>
            <a:r>
              <a:rPr lang="en-US" b="0" i="0" dirty="0">
                <a:solidFill>
                  <a:srgbClr val="282828"/>
                </a:solidFill>
                <a:effectLst/>
                <a:latin typeface="Public Sans Light"/>
              </a:rPr>
              <a:t>The Air Quality Index is reported daily based on monitored levels of the criteria air pollutants. The Pollen Count is reported daily from March 1 until a killing frost in the fall.</a:t>
            </a:r>
          </a:p>
        </p:txBody>
      </p:sp>
      <p:sp>
        <p:nvSpPr>
          <p:cNvPr id="3" name="TextBox 2">
            <a:extLst>
              <a:ext uri="{FF2B5EF4-FFF2-40B4-BE49-F238E27FC236}">
                <a16:creationId xmlns:a16="http://schemas.microsoft.com/office/drawing/2014/main" id="{9B2F30BC-6E50-89E9-233B-66802FE1DCAC}"/>
              </a:ext>
            </a:extLst>
          </p:cNvPr>
          <p:cNvSpPr txBox="1"/>
          <p:nvPr/>
        </p:nvSpPr>
        <p:spPr>
          <a:xfrm>
            <a:off x="139701" y="352078"/>
            <a:ext cx="4643387" cy="523220"/>
          </a:xfrm>
          <a:prstGeom prst="rect">
            <a:avLst/>
          </a:prstGeom>
          <a:noFill/>
        </p:spPr>
        <p:txBody>
          <a:bodyPr wrap="none" rtlCol="0">
            <a:spAutoFit/>
          </a:bodyPr>
          <a:lstStyle/>
          <a:p>
            <a:r>
              <a:rPr lang="en-AU" sz="2800" b="1" dirty="0"/>
              <a:t>Air pollution control program:</a:t>
            </a:r>
          </a:p>
        </p:txBody>
      </p:sp>
    </p:spTree>
    <p:extLst>
      <p:ext uri="{BB962C8B-B14F-4D97-AF65-F5344CB8AC3E}">
        <p14:creationId xmlns:p14="http://schemas.microsoft.com/office/powerpoint/2010/main" val="1137145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8D0FED-60D8-8288-CDD5-8E91D7ACD26A}"/>
              </a:ext>
            </a:extLst>
          </p:cNvPr>
          <p:cNvSpPr txBox="1"/>
          <p:nvPr/>
        </p:nvSpPr>
        <p:spPr>
          <a:xfrm>
            <a:off x="152400" y="219144"/>
            <a:ext cx="2451099" cy="1815882"/>
          </a:xfrm>
          <a:prstGeom prst="rect">
            <a:avLst/>
          </a:prstGeom>
          <a:noFill/>
        </p:spPr>
        <p:txBody>
          <a:bodyPr wrap="square" rtlCol="0">
            <a:spAutoFit/>
          </a:bodyPr>
          <a:lstStyle/>
          <a:p>
            <a:endParaRPr lang="en-AU" sz="2800" b="1" dirty="0"/>
          </a:p>
          <a:p>
            <a:r>
              <a:rPr lang="en-AU" sz="2800" b="1" dirty="0"/>
              <a:t>References</a:t>
            </a:r>
          </a:p>
          <a:p>
            <a:endParaRPr lang="en-AU" sz="2800" b="1" dirty="0"/>
          </a:p>
          <a:p>
            <a:endParaRPr lang="en-AU" sz="2800" b="1" dirty="0"/>
          </a:p>
        </p:txBody>
      </p:sp>
      <p:sp>
        <p:nvSpPr>
          <p:cNvPr id="4" name="TextBox 3">
            <a:extLst>
              <a:ext uri="{FF2B5EF4-FFF2-40B4-BE49-F238E27FC236}">
                <a16:creationId xmlns:a16="http://schemas.microsoft.com/office/drawing/2014/main" id="{8D3ED6FE-746C-151C-E0C0-D4EA593192A5}"/>
              </a:ext>
            </a:extLst>
          </p:cNvPr>
          <p:cNvSpPr txBox="1"/>
          <p:nvPr/>
        </p:nvSpPr>
        <p:spPr>
          <a:xfrm>
            <a:off x="152400" y="594142"/>
            <a:ext cx="12039600" cy="6647974"/>
          </a:xfrm>
          <a:prstGeom prst="rect">
            <a:avLst/>
          </a:prstGeom>
          <a:noFill/>
        </p:spPr>
        <p:txBody>
          <a:bodyPr wrap="square">
            <a:spAutoFit/>
          </a:bodyPr>
          <a:lstStyle/>
          <a:p>
            <a:endParaRPr lang="en-US" sz="2400" dirty="0"/>
          </a:p>
          <a:p>
            <a:endParaRPr lang="en-US" sz="2400" dirty="0"/>
          </a:p>
          <a:p>
            <a:r>
              <a:rPr lang="en-US" sz="2400" dirty="0"/>
              <a:t>Atkinson </a:t>
            </a:r>
            <a:r>
              <a:rPr lang="en-US" sz="2400" dirty="0" err="1"/>
              <a:t>RWet</a:t>
            </a:r>
            <a:r>
              <a:rPr lang="en-US" sz="2400" dirty="0"/>
              <a:t> al. (2012a). Systematic review and meta-analysis of epidemiological time-series studies on outdoor air pollution and health in Asia. Air Quality, Atmosphere &amp; Health.</a:t>
            </a:r>
          </a:p>
          <a:p>
            <a:endParaRPr lang="en-US" sz="2400" dirty="0"/>
          </a:p>
          <a:p>
            <a:r>
              <a:rPr lang="en-US" sz="2400" dirty="0"/>
              <a:t>Atkinson </a:t>
            </a:r>
            <a:r>
              <a:rPr lang="en-US" sz="2400" dirty="0" err="1"/>
              <a:t>RWet</a:t>
            </a:r>
            <a:r>
              <a:rPr lang="en-US" sz="2400" dirty="0"/>
              <a:t> al. (2012b). Concentration–response function for ozone and daily mortality: results from five urban and five rural U.K. populations. Environmental Health Perspectives.</a:t>
            </a:r>
          </a:p>
          <a:p>
            <a:endParaRPr lang="en-US" sz="2400" dirty="0"/>
          </a:p>
          <a:p>
            <a:r>
              <a:rPr lang="en-US" sz="2400" dirty="0"/>
              <a:t>Atkinson </a:t>
            </a:r>
            <a:r>
              <a:rPr lang="en-US" sz="2400" dirty="0" err="1"/>
              <a:t>RWet</a:t>
            </a:r>
            <a:r>
              <a:rPr lang="en-US" sz="2400" dirty="0"/>
              <a:t> al. (2013). Long-term exposure to outdoor air pollution and incidence of cardiovascular diseases. Epidemiology.</a:t>
            </a:r>
          </a:p>
          <a:p>
            <a:endParaRPr lang="en-US" sz="2400" dirty="0"/>
          </a:p>
          <a:p>
            <a:r>
              <a:rPr lang="en-US" sz="2400" dirty="0" err="1"/>
              <a:t>Bahreini</a:t>
            </a:r>
            <a:r>
              <a:rPr lang="en-US" sz="2400" dirty="0"/>
              <a:t> Ret al. (2012). Gasoline emissions dominate over diesel in formation of secondary organic aerosol mass. Geophysical Research Letters, 39(6):L06805:1-6 (http://www​.</a:t>
            </a:r>
            <a:r>
              <a:rPr lang="en-US" sz="2400" dirty="0" err="1"/>
              <a:t>nserc.und</a:t>
            </a:r>
            <a:r>
              <a:rPr lang="en-US" sz="2400" dirty="0"/>
              <a:t>​.</a:t>
            </a:r>
            <a:r>
              <a:rPr lang="en-US" sz="2400" dirty="0" err="1"/>
              <a:t>edu</a:t>
            </a:r>
            <a:r>
              <a:rPr lang="en-US" sz="2400" dirty="0"/>
              <a:t>/learning/Bahreini-2012.pdf, accessed 28 February 2013).</a:t>
            </a:r>
          </a:p>
          <a:p>
            <a:endParaRPr lang="en-US" sz="2400" dirty="0"/>
          </a:p>
          <a:p>
            <a:endParaRPr lang="en-US" sz="2400" dirty="0"/>
          </a:p>
          <a:p>
            <a:endParaRPr lang="en-US" sz="2400" dirty="0"/>
          </a:p>
          <a:p>
            <a:endParaRPr lang="en-AU" dirty="0"/>
          </a:p>
        </p:txBody>
      </p:sp>
    </p:spTree>
    <p:extLst>
      <p:ext uri="{BB962C8B-B14F-4D97-AF65-F5344CB8AC3E}">
        <p14:creationId xmlns:p14="http://schemas.microsoft.com/office/powerpoint/2010/main" val="406109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1CFB89-A176-CFF8-E20B-5D5C6CFC5BB1}"/>
              </a:ext>
            </a:extLst>
          </p:cNvPr>
          <p:cNvSpPr txBox="1"/>
          <p:nvPr/>
        </p:nvSpPr>
        <p:spPr>
          <a:xfrm>
            <a:off x="127000" y="211941"/>
            <a:ext cx="12065000" cy="7386638"/>
          </a:xfrm>
          <a:prstGeom prst="rect">
            <a:avLst/>
          </a:prstGeom>
          <a:noFill/>
        </p:spPr>
        <p:txBody>
          <a:bodyPr wrap="square">
            <a:spAutoFit/>
          </a:bodyPr>
          <a:lstStyle/>
          <a:p>
            <a:r>
              <a:rPr lang="en-AU" sz="2400" dirty="0" err="1"/>
              <a:t>Baïz</a:t>
            </a:r>
            <a:r>
              <a:rPr lang="en-AU" sz="2400" dirty="0"/>
              <a:t> Net al. (2011). Maternal exposure to air pollution before and during pregnancy related to changes in newborn’s cord blood lymphocyte subpopulations. The EDEN study cohort. BMC Pregnancy and Childbirth.</a:t>
            </a:r>
          </a:p>
          <a:p>
            <a:endParaRPr lang="en-AU" sz="2400" dirty="0"/>
          </a:p>
          <a:p>
            <a:r>
              <a:rPr lang="en-AU" sz="2400" dirty="0"/>
              <a:t>Beckerman </a:t>
            </a:r>
            <a:r>
              <a:rPr lang="en-AU" sz="2400" dirty="0" err="1"/>
              <a:t>BSet</a:t>
            </a:r>
            <a:r>
              <a:rPr lang="en-AU" sz="2400" dirty="0"/>
              <a:t> al. (2012). The association between chronic exposure to traffic-related air pollution and ischemic heart disease. Journal of Toxicology and Environmental Health.</a:t>
            </a:r>
          </a:p>
          <a:p>
            <a:endParaRPr lang="en-AU" sz="2400" dirty="0"/>
          </a:p>
          <a:p>
            <a:r>
              <a:rPr lang="en-AU" sz="2400" dirty="0" err="1"/>
              <a:t>d’Ischia</a:t>
            </a:r>
            <a:r>
              <a:rPr lang="en-AU" sz="2400" dirty="0"/>
              <a:t> Met al. (2011). Secondary targets of nitrite-derived reactive nitrogen species: </a:t>
            </a:r>
            <a:r>
              <a:rPr lang="en-AU" sz="2400" dirty="0" err="1"/>
              <a:t>nitrosation</a:t>
            </a:r>
            <a:r>
              <a:rPr lang="en-AU" sz="2400" dirty="0"/>
              <a:t>/nitration pathways, antioxidant </a:t>
            </a:r>
            <a:r>
              <a:rPr lang="en-AU" sz="2400" dirty="0" err="1"/>
              <a:t>defense</a:t>
            </a:r>
            <a:r>
              <a:rPr lang="en-AU" sz="2400" dirty="0"/>
              <a:t> mechanisms and toxicological implications. Chemical Research in Toxicology.</a:t>
            </a:r>
          </a:p>
          <a:p>
            <a:endParaRPr lang="en-AU" sz="2400" dirty="0"/>
          </a:p>
          <a:p>
            <a:r>
              <a:rPr lang="en-AU" sz="2400" dirty="0"/>
              <a:t> Dimitrios Ket al. (2009).Exposure to multiple air contaminants in public buildings, schools and kindergartens – the European Indoor Air Monitoring and Exposure Assessment (AIRMEX) Study. Fresenius Environmental Bulletin.</a:t>
            </a:r>
          </a:p>
          <a:p>
            <a:endParaRPr lang="en-AU" sz="2400" dirty="0"/>
          </a:p>
          <a:p>
            <a:r>
              <a:rPr lang="en-AU" sz="2400" dirty="0" err="1"/>
              <a:t>d’Ischia</a:t>
            </a:r>
            <a:r>
              <a:rPr lang="en-AU" sz="2400" dirty="0"/>
              <a:t> Met al. (2011). Secondary targets of nitrite-derived reactive nitrogen species: </a:t>
            </a:r>
            <a:r>
              <a:rPr lang="en-AU" sz="2400" dirty="0" err="1"/>
              <a:t>nitrosation</a:t>
            </a:r>
            <a:r>
              <a:rPr lang="en-AU" sz="2400" dirty="0"/>
              <a:t>/nitration pathways, antioxidant </a:t>
            </a:r>
            <a:r>
              <a:rPr lang="en-AU" sz="2400" dirty="0" err="1"/>
              <a:t>defense</a:t>
            </a:r>
            <a:r>
              <a:rPr lang="en-AU" sz="2400" dirty="0"/>
              <a:t> mechanisms and toxicological implications. Chemical Research in Toxicology.</a:t>
            </a:r>
          </a:p>
          <a:p>
            <a:endParaRPr lang="en-AU" sz="2400" dirty="0"/>
          </a:p>
          <a:p>
            <a:endParaRPr lang="en-AU" dirty="0"/>
          </a:p>
        </p:txBody>
      </p:sp>
    </p:spTree>
    <p:extLst>
      <p:ext uri="{BB962C8B-B14F-4D97-AF65-F5344CB8AC3E}">
        <p14:creationId xmlns:p14="http://schemas.microsoft.com/office/powerpoint/2010/main" val="3143057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B7BCCB-38F1-B2E8-9014-057DF89B8C31}"/>
              </a:ext>
            </a:extLst>
          </p:cNvPr>
          <p:cNvSpPr txBox="1"/>
          <p:nvPr/>
        </p:nvSpPr>
        <p:spPr>
          <a:xfrm>
            <a:off x="101600" y="0"/>
            <a:ext cx="11861800" cy="3354765"/>
          </a:xfrm>
          <a:prstGeom prst="rect">
            <a:avLst/>
          </a:prstGeom>
          <a:noFill/>
        </p:spPr>
        <p:txBody>
          <a:bodyPr wrap="square" rtlCol="0">
            <a:spAutoFit/>
          </a:bodyPr>
          <a:lstStyle/>
          <a:p>
            <a:r>
              <a:rPr lang="en-US" sz="2000" dirty="0"/>
              <a:t>EPA (2006). Air Quality Criteria for Ozone and Related Photochemical Oxidants (2006 Final) [web site]. Washington, DC, United States Environmental Protection Agency (http://cfpub​.epa.gov​/</a:t>
            </a:r>
            <a:r>
              <a:rPr lang="en-US" sz="2000" dirty="0" err="1"/>
              <a:t>ncea</a:t>
            </a:r>
            <a:r>
              <a:rPr lang="en-US" sz="2000" dirty="0"/>
              <a:t>/cfm/</a:t>
            </a:r>
            <a:r>
              <a:rPr lang="en-US" sz="2000" dirty="0" err="1"/>
              <a:t>recordisplay.cfm?deid</a:t>
            </a:r>
            <a:r>
              <a:rPr lang="en-US" sz="2000" dirty="0"/>
              <a:t>=149923, accessed 5 April 2013).</a:t>
            </a:r>
          </a:p>
          <a:p>
            <a:endParaRPr lang="en-US" sz="2000" dirty="0"/>
          </a:p>
          <a:p>
            <a:r>
              <a:rPr lang="en-US" sz="2000" dirty="0"/>
              <a:t>Fischer </a:t>
            </a:r>
            <a:r>
              <a:rPr lang="en-US" sz="2000" dirty="0" err="1"/>
              <a:t>PHet</a:t>
            </a:r>
            <a:r>
              <a:rPr lang="en-US" sz="2000" dirty="0"/>
              <a:t> al. (2011). Trends in relative risk estimates for the association between air pollution and mortality in The Netherlands, 1992–2006. Environmental Research.</a:t>
            </a:r>
          </a:p>
          <a:p>
            <a:r>
              <a:rPr lang="en-US" sz="2000" dirty="0"/>
              <a:t>Gilbert </a:t>
            </a:r>
            <a:r>
              <a:rPr lang="en-US" sz="2000" dirty="0" err="1"/>
              <a:t>NLet</a:t>
            </a:r>
            <a:r>
              <a:rPr lang="en-US" sz="2000" dirty="0"/>
              <a:t> al. (2003). Ambient nitrogen dioxide and distance from a major highway. Science of the Total</a:t>
            </a:r>
          </a:p>
          <a:p>
            <a:r>
              <a:rPr lang="en-US" sz="2000" dirty="0"/>
              <a:t>Environment.</a:t>
            </a:r>
          </a:p>
          <a:p>
            <a:endParaRPr lang="en-US" dirty="0"/>
          </a:p>
          <a:p>
            <a:endParaRPr lang="en-US" dirty="0"/>
          </a:p>
          <a:p>
            <a:endParaRPr lang="en-AU" dirty="0"/>
          </a:p>
        </p:txBody>
      </p:sp>
      <p:sp>
        <p:nvSpPr>
          <p:cNvPr id="4" name="TextBox 3">
            <a:extLst>
              <a:ext uri="{FF2B5EF4-FFF2-40B4-BE49-F238E27FC236}">
                <a16:creationId xmlns:a16="http://schemas.microsoft.com/office/drawing/2014/main" id="{B91F3A4E-270A-CE0F-A970-DA70E597358F}"/>
              </a:ext>
            </a:extLst>
          </p:cNvPr>
          <p:cNvSpPr txBox="1"/>
          <p:nvPr/>
        </p:nvSpPr>
        <p:spPr>
          <a:xfrm>
            <a:off x="76200" y="2584440"/>
            <a:ext cx="12014200" cy="4678204"/>
          </a:xfrm>
          <a:prstGeom prst="rect">
            <a:avLst/>
          </a:prstGeom>
          <a:noFill/>
        </p:spPr>
        <p:txBody>
          <a:bodyPr wrap="square">
            <a:spAutoFit/>
          </a:bodyPr>
          <a:lstStyle/>
          <a:p>
            <a:r>
              <a:rPr lang="en-AU" sz="2000" dirty="0" err="1"/>
              <a:t>Wisthaler</a:t>
            </a:r>
            <a:r>
              <a:rPr lang="en-AU" sz="2000" dirty="0"/>
              <a:t> A, Weschler </a:t>
            </a:r>
            <a:r>
              <a:rPr lang="en-AU" sz="2000" dirty="0" err="1"/>
              <a:t>CJet</a:t>
            </a:r>
            <a:r>
              <a:rPr lang="en-AU" sz="2000" dirty="0"/>
              <a:t> al (2010). Reactions of ozone with human skin lipids: sources of carbonyls, </a:t>
            </a:r>
            <a:r>
              <a:rPr lang="en-AU" sz="2000" dirty="0" err="1"/>
              <a:t>dicarbonyls</a:t>
            </a:r>
            <a:r>
              <a:rPr lang="en-AU" sz="2000" dirty="0"/>
              <a:t>, and </a:t>
            </a:r>
            <a:r>
              <a:rPr lang="en-AU" sz="2000" dirty="0" err="1"/>
              <a:t>hydroxycarbonyls</a:t>
            </a:r>
            <a:r>
              <a:rPr lang="en-AU" sz="2000" dirty="0"/>
              <a:t> in indoor air. Proceedings of the National Academy of Sciences of the United States of America.</a:t>
            </a:r>
          </a:p>
          <a:p>
            <a:endParaRPr lang="en-AU" sz="2000" dirty="0"/>
          </a:p>
          <a:p>
            <a:r>
              <a:rPr lang="en-AU" sz="2000" dirty="0"/>
              <a:t>Witten Aet al. (2005). Effects of nitrogen dioxide on allergic airway responses in subjects with asthma. Journal of Occupational and Environmental Medicine.</a:t>
            </a:r>
          </a:p>
          <a:p>
            <a:endParaRPr lang="en-AU" sz="2000" dirty="0"/>
          </a:p>
          <a:p>
            <a:r>
              <a:rPr lang="en-AU" sz="2000" dirty="0" err="1"/>
              <a:t>Wolkoff</a:t>
            </a:r>
            <a:r>
              <a:rPr lang="en-AU" sz="2000" dirty="0"/>
              <a:t> Pet al. (2008). Acute airway effects of ozone-initiated d-limonene chemistry: importance of gaseous products. </a:t>
            </a:r>
          </a:p>
          <a:p>
            <a:endParaRPr lang="en-AU" sz="2000" dirty="0"/>
          </a:p>
          <a:p>
            <a:r>
              <a:rPr lang="en-AU" sz="2000" dirty="0" err="1"/>
              <a:t>Zuurbier</a:t>
            </a:r>
            <a:r>
              <a:rPr lang="en-AU" sz="2000" dirty="0"/>
              <a:t> Met al. (2010). Commuters’ exposure to particulate matter air pollution is affected by mode of transport, fuel type, and route. Environmental Health Perspectives.</a:t>
            </a:r>
          </a:p>
          <a:p>
            <a:endParaRPr lang="en-AU" sz="2000" dirty="0"/>
          </a:p>
          <a:p>
            <a:r>
              <a:rPr lang="en-AU" sz="2000" dirty="0" err="1"/>
              <a:t>Zuurbier</a:t>
            </a:r>
            <a:r>
              <a:rPr lang="en-AU" sz="2000" dirty="0"/>
              <a:t> Met al. (2011a). Respiratory effects of commuters’ exposure to air pollution in traffic. Epidemiology.</a:t>
            </a:r>
          </a:p>
          <a:p>
            <a:endParaRPr lang="en-AU" dirty="0"/>
          </a:p>
        </p:txBody>
      </p:sp>
    </p:spTree>
    <p:extLst>
      <p:ext uri="{BB962C8B-B14F-4D97-AF65-F5344CB8AC3E}">
        <p14:creationId xmlns:p14="http://schemas.microsoft.com/office/powerpoint/2010/main" val="192432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1842</TotalTime>
  <Words>2512</Words>
  <Application>Microsoft Office PowerPoint</Application>
  <PresentationFormat>Widescreen</PresentationFormat>
  <Paragraphs>110</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-apple-system</vt:lpstr>
      <vt:lpstr>Arial</vt:lpstr>
      <vt:lpstr>Calibri</vt:lpstr>
      <vt:lpstr>Calibri Light</vt:lpstr>
      <vt:lpstr>Google Sans</vt:lpstr>
      <vt:lpstr>Montserrat</vt:lpstr>
      <vt:lpstr>Open Sans</vt:lpstr>
      <vt:lpstr>Permian Slab</vt:lpstr>
      <vt:lpstr>Public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varsha chaudhary</dc:creator>
  <cp:lastModifiedBy>varsha chaudhary</cp:lastModifiedBy>
  <cp:revision>1</cp:revision>
  <dcterms:created xsi:type="dcterms:W3CDTF">2024-02-15T18:29:37Z</dcterms:created>
  <dcterms:modified xsi:type="dcterms:W3CDTF">2026-10-03T15:43:56Z</dcterms:modified>
</cp:coreProperties>
</file>