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9" r:id="rId2"/>
    <p:sldId id="258" r:id="rId3"/>
    <p:sldId id="260"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F1A8E8-66E6-4336-AE66-BDEF7671A02E}" v="7" dt="2024-04-05T23:03:24.7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varScale="1">
        <p:scale>
          <a:sx n="66" d="100"/>
          <a:sy n="66" d="100"/>
        </p:scale>
        <p:origin x="66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5/10/relationships/revisionInfo" Target="revisionInfo.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49E6FC-9B3A-4EF0-95E1-66E5C0436F8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3C45FC8-2474-4673-A728-F5D4C8D9D0BB}">
      <dgm:prSet/>
      <dgm:spPr/>
      <dgm:t>
        <a:bodyPr/>
        <a:lstStyle/>
        <a:p>
          <a:pPr>
            <a:lnSpc>
              <a:spcPct val="100000"/>
            </a:lnSpc>
          </a:pPr>
          <a:r>
            <a:rPr lang="en-US" b="1" i="0"/>
            <a:t>Landfill is a method of getting rid of very large amounts of rubbish by burying it in a large deep hole.  </a:t>
          </a:r>
          <a:endParaRPr lang="en-US"/>
        </a:p>
      </dgm:t>
    </dgm:pt>
    <dgm:pt modelId="{831A1903-30F1-4AAF-BA1D-416453F83D3B}" type="parTrans" cxnId="{F9D0958A-AFC1-491C-87AB-2A559ABB6FE9}">
      <dgm:prSet/>
      <dgm:spPr/>
      <dgm:t>
        <a:bodyPr/>
        <a:lstStyle/>
        <a:p>
          <a:endParaRPr lang="en-US"/>
        </a:p>
      </dgm:t>
    </dgm:pt>
    <dgm:pt modelId="{8FFFA3F9-0EDC-4AF9-ABDC-6F3E0B00216F}" type="sibTrans" cxnId="{F9D0958A-AFC1-491C-87AB-2A559ABB6FE9}">
      <dgm:prSet/>
      <dgm:spPr/>
      <dgm:t>
        <a:bodyPr/>
        <a:lstStyle/>
        <a:p>
          <a:endParaRPr lang="en-US"/>
        </a:p>
      </dgm:t>
    </dgm:pt>
    <dgm:pt modelId="{AF6D0350-A977-4BFB-A595-3EA9C1BDDB00}">
      <dgm:prSet/>
      <dgm:spPr/>
      <dgm:t>
        <a:bodyPr/>
        <a:lstStyle/>
        <a:p>
          <a:pPr>
            <a:lnSpc>
              <a:spcPct val="100000"/>
            </a:lnSpc>
          </a:pPr>
          <a:r>
            <a:rPr lang="en-US" b="1" i="0"/>
            <a:t>The environmental costs of landfill. A landfill is a large deep hole in which very large amounts of rubbish are buried.</a:t>
          </a:r>
          <a:endParaRPr lang="en-US"/>
        </a:p>
      </dgm:t>
    </dgm:pt>
    <dgm:pt modelId="{90D93BF7-7A9C-4A87-ACA8-45445FE918C6}" type="parTrans" cxnId="{125EDB3E-E50B-4664-A8C3-D2F38AC09777}">
      <dgm:prSet/>
      <dgm:spPr/>
      <dgm:t>
        <a:bodyPr/>
        <a:lstStyle/>
        <a:p>
          <a:endParaRPr lang="en-US"/>
        </a:p>
      </dgm:t>
    </dgm:pt>
    <dgm:pt modelId="{692E86FA-734F-4E4A-9D60-119C02A5FEF5}" type="sibTrans" cxnId="{125EDB3E-E50B-4664-A8C3-D2F38AC09777}">
      <dgm:prSet/>
      <dgm:spPr/>
      <dgm:t>
        <a:bodyPr/>
        <a:lstStyle/>
        <a:p>
          <a:endParaRPr lang="en-US"/>
        </a:p>
      </dgm:t>
    </dgm:pt>
    <dgm:pt modelId="{6568E978-3638-44CB-8A40-6B86B8F8B866}">
      <dgm:prSet/>
      <dgm:spPr/>
      <dgm:t>
        <a:bodyPr/>
        <a:lstStyle/>
        <a:p>
          <a:pPr>
            <a:lnSpc>
              <a:spcPct val="100000"/>
            </a:lnSpc>
          </a:pPr>
          <a:r>
            <a:rPr lang="en-US" b="1"/>
            <a:t>California state and local government agencies largely oversee or directly manage the cleanup projects disposing the waste out of state. California’s own hazardous waste and the Department of Toxic Substances Control which is one of the biggest out-of-state dumpers and has continued to take its toxic waste.</a:t>
          </a:r>
          <a:endParaRPr lang="en-US"/>
        </a:p>
      </dgm:t>
    </dgm:pt>
    <dgm:pt modelId="{1025403D-C10B-4B82-BDBE-CE89C267DEF9}" type="parTrans" cxnId="{73BE7816-A3F8-466C-A9EA-2DC305057325}">
      <dgm:prSet/>
      <dgm:spPr/>
      <dgm:t>
        <a:bodyPr/>
        <a:lstStyle/>
        <a:p>
          <a:endParaRPr lang="en-US"/>
        </a:p>
      </dgm:t>
    </dgm:pt>
    <dgm:pt modelId="{920A035A-E70E-46EA-A6E4-058726AF2A99}" type="sibTrans" cxnId="{73BE7816-A3F8-466C-A9EA-2DC305057325}">
      <dgm:prSet/>
      <dgm:spPr/>
      <dgm:t>
        <a:bodyPr/>
        <a:lstStyle/>
        <a:p>
          <a:endParaRPr lang="en-US"/>
        </a:p>
      </dgm:t>
    </dgm:pt>
    <dgm:pt modelId="{B249F275-95CF-40D5-8B0F-8BEDF75AFFA2}">
      <dgm:prSet/>
      <dgm:spPr/>
      <dgm:t>
        <a:bodyPr/>
        <a:lstStyle/>
        <a:p>
          <a:pPr>
            <a:lnSpc>
              <a:spcPct val="100000"/>
            </a:lnSpc>
          </a:pPr>
          <a:r>
            <a:rPr lang="en-US" b="1"/>
            <a:t>The (Hazardous Waste Management) Plan will propose strategies for reducing hazardous waste generation, managing more waste in state, and addressing issues of concern, such as hazardous waste impacts to disadvantaged communities,” according to a statement from the department.</a:t>
          </a:r>
          <a:endParaRPr lang="en-US"/>
        </a:p>
      </dgm:t>
    </dgm:pt>
    <dgm:pt modelId="{808A2721-DA39-4000-B528-248C9A5CADC0}" type="parTrans" cxnId="{7F4587C5-3322-4DCF-815A-F7F972D0114F}">
      <dgm:prSet/>
      <dgm:spPr/>
      <dgm:t>
        <a:bodyPr/>
        <a:lstStyle/>
        <a:p>
          <a:endParaRPr lang="en-US"/>
        </a:p>
      </dgm:t>
    </dgm:pt>
    <dgm:pt modelId="{31AEC835-E86E-4820-89A7-1EF07331E733}" type="sibTrans" cxnId="{7F4587C5-3322-4DCF-815A-F7F972D0114F}">
      <dgm:prSet/>
      <dgm:spPr/>
      <dgm:t>
        <a:bodyPr/>
        <a:lstStyle/>
        <a:p>
          <a:endParaRPr lang="en-US"/>
        </a:p>
      </dgm:t>
    </dgm:pt>
    <dgm:pt modelId="{E0441CE5-2699-43D7-B170-1F29FF8E26B7}" type="pres">
      <dgm:prSet presAssocID="{F749E6FC-9B3A-4EF0-95E1-66E5C0436F80}" presName="root" presStyleCnt="0">
        <dgm:presLayoutVars>
          <dgm:dir/>
          <dgm:resizeHandles val="exact"/>
        </dgm:presLayoutVars>
      </dgm:prSet>
      <dgm:spPr/>
    </dgm:pt>
    <dgm:pt modelId="{21291295-AD22-432D-8BE3-F477050C1FD4}" type="pres">
      <dgm:prSet presAssocID="{33C45FC8-2474-4673-A728-F5D4C8D9D0BB}" presName="compNode" presStyleCnt="0"/>
      <dgm:spPr/>
    </dgm:pt>
    <dgm:pt modelId="{7588494B-AB27-4BE5-8897-39FA58D25FFA}" type="pres">
      <dgm:prSet presAssocID="{33C45FC8-2474-4673-A728-F5D4C8D9D0BB}" presName="bgRect" presStyleLbl="bgShp" presStyleIdx="0" presStyleCnt="4" custLinFactY="-25396" custLinFactNeighborX="-2415" custLinFactNeighborY="-100000"/>
      <dgm:spPr/>
    </dgm:pt>
    <dgm:pt modelId="{430EC44D-C005-4920-B476-0288F7C9CA42}" type="pres">
      <dgm:prSet presAssocID="{33C45FC8-2474-4673-A728-F5D4C8D9D0B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cycle Sign"/>
        </a:ext>
      </dgm:extLst>
    </dgm:pt>
    <dgm:pt modelId="{0C88B980-7FC4-4A4A-B10E-FD61513B1B1F}" type="pres">
      <dgm:prSet presAssocID="{33C45FC8-2474-4673-A728-F5D4C8D9D0BB}" presName="spaceRect" presStyleCnt="0"/>
      <dgm:spPr/>
    </dgm:pt>
    <dgm:pt modelId="{9B127471-B158-43BA-A966-D818D121C957}" type="pres">
      <dgm:prSet presAssocID="{33C45FC8-2474-4673-A728-F5D4C8D9D0BB}" presName="parTx" presStyleLbl="revTx" presStyleIdx="0" presStyleCnt="4">
        <dgm:presLayoutVars>
          <dgm:chMax val="0"/>
          <dgm:chPref val="0"/>
        </dgm:presLayoutVars>
      </dgm:prSet>
      <dgm:spPr/>
    </dgm:pt>
    <dgm:pt modelId="{42DBC526-CB14-4B7F-B5F2-C4E380CA44A8}" type="pres">
      <dgm:prSet presAssocID="{8FFFA3F9-0EDC-4AF9-ABDC-6F3E0B00216F}" presName="sibTrans" presStyleCnt="0"/>
      <dgm:spPr/>
    </dgm:pt>
    <dgm:pt modelId="{2540A520-FA2B-4F3B-98EB-A8E4A9B2C77E}" type="pres">
      <dgm:prSet presAssocID="{AF6D0350-A977-4BFB-A595-3EA9C1BDDB00}" presName="compNode" presStyleCnt="0"/>
      <dgm:spPr/>
    </dgm:pt>
    <dgm:pt modelId="{15DB6DDD-5382-4412-93C2-DAF8BF5AFCF7}" type="pres">
      <dgm:prSet presAssocID="{AF6D0350-A977-4BFB-A595-3EA9C1BDDB00}" presName="bgRect" presStyleLbl="bgShp" presStyleIdx="1" presStyleCnt="4"/>
      <dgm:spPr/>
    </dgm:pt>
    <dgm:pt modelId="{450B5098-BC93-4D9C-BF84-B61176274936}" type="pres">
      <dgm:prSet presAssocID="{AF6D0350-A977-4BFB-A595-3EA9C1BDDB0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cycle"/>
        </a:ext>
      </dgm:extLst>
    </dgm:pt>
    <dgm:pt modelId="{5E85CCF9-9452-41E0-927E-7E6BF5E928C3}" type="pres">
      <dgm:prSet presAssocID="{AF6D0350-A977-4BFB-A595-3EA9C1BDDB00}" presName="spaceRect" presStyleCnt="0"/>
      <dgm:spPr/>
    </dgm:pt>
    <dgm:pt modelId="{906A6B4D-DC5D-45C4-8430-DA9F600C5C67}" type="pres">
      <dgm:prSet presAssocID="{AF6D0350-A977-4BFB-A595-3EA9C1BDDB00}" presName="parTx" presStyleLbl="revTx" presStyleIdx="1" presStyleCnt="4">
        <dgm:presLayoutVars>
          <dgm:chMax val="0"/>
          <dgm:chPref val="0"/>
        </dgm:presLayoutVars>
      </dgm:prSet>
      <dgm:spPr/>
    </dgm:pt>
    <dgm:pt modelId="{D1A09FFF-B0C1-4D1F-82BF-4232394C2B4A}" type="pres">
      <dgm:prSet presAssocID="{692E86FA-734F-4E4A-9D60-119C02A5FEF5}" presName="sibTrans" presStyleCnt="0"/>
      <dgm:spPr/>
    </dgm:pt>
    <dgm:pt modelId="{DA526C11-1A2A-49E9-8B37-604DF2E9423F}" type="pres">
      <dgm:prSet presAssocID="{6568E978-3638-44CB-8A40-6B86B8F8B866}" presName="compNode" presStyleCnt="0"/>
      <dgm:spPr/>
    </dgm:pt>
    <dgm:pt modelId="{EA1B6C15-9A03-4385-86AC-1D319A538B7E}" type="pres">
      <dgm:prSet presAssocID="{6568E978-3638-44CB-8A40-6B86B8F8B866}" presName="bgRect" presStyleLbl="bgShp" presStyleIdx="2" presStyleCnt="4"/>
      <dgm:spPr/>
    </dgm:pt>
    <dgm:pt modelId="{945E760A-BA36-45DD-9B99-091503CA889C}" type="pres">
      <dgm:prSet presAssocID="{6568E978-3638-44CB-8A40-6B86B8F8B86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eciduous tree"/>
        </a:ext>
      </dgm:extLst>
    </dgm:pt>
    <dgm:pt modelId="{5CDF45B3-2806-4FA9-9F92-AE4C4F2F4AAA}" type="pres">
      <dgm:prSet presAssocID="{6568E978-3638-44CB-8A40-6B86B8F8B866}" presName="spaceRect" presStyleCnt="0"/>
      <dgm:spPr/>
    </dgm:pt>
    <dgm:pt modelId="{25ADE5E2-084B-477C-B1E8-66EAC255FCC2}" type="pres">
      <dgm:prSet presAssocID="{6568E978-3638-44CB-8A40-6B86B8F8B866}" presName="parTx" presStyleLbl="revTx" presStyleIdx="2" presStyleCnt="4">
        <dgm:presLayoutVars>
          <dgm:chMax val="0"/>
          <dgm:chPref val="0"/>
        </dgm:presLayoutVars>
      </dgm:prSet>
      <dgm:spPr/>
    </dgm:pt>
    <dgm:pt modelId="{2E244086-D929-4890-9E9F-D666BC436A57}" type="pres">
      <dgm:prSet presAssocID="{920A035A-E70E-46EA-A6E4-058726AF2A99}" presName="sibTrans" presStyleCnt="0"/>
      <dgm:spPr/>
    </dgm:pt>
    <dgm:pt modelId="{7DA8A675-CAFE-47F5-AFF4-AB3BA44A995F}" type="pres">
      <dgm:prSet presAssocID="{B249F275-95CF-40D5-8B0F-8BEDF75AFFA2}" presName="compNode" presStyleCnt="0"/>
      <dgm:spPr/>
    </dgm:pt>
    <dgm:pt modelId="{BCA1F243-8A82-446A-8B30-D636B1300781}" type="pres">
      <dgm:prSet presAssocID="{B249F275-95CF-40D5-8B0F-8BEDF75AFFA2}" presName="bgRect" presStyleLbl="bgShp" presStyleIdx="3" presStyleCnt="4"/>
      <dgm:spPr/>
    </dgm:pt>
    <dgm:pt modelId="{F2C46696-968B-4940-B098-B7F3D1EA3442}" type="pres">
      <dgm:prSet presAssocID="{B249F275-95CF-40D5-8B0F-8BEDF75AFFA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lammable"/>
        </a:ext>
      </dgm:extLst>
    </dgm:pt>
    <dgm:pt modelId="{F177654B-7EA3-4DB3-B8FF-34C8F70E97CD}" type="pres">
      <dgm:prSet presAssocID="{B249F275-95CF-40D5-8B0F-8BEDF75AFFA2}" presName="spaceRect" presStyleCnt="0"/>
      <dgm:spPr/>
    </dgm:pt>
    <dgm:pt modelId="{19508B4E-A13B-4A52-88CA-453203AA2680}" type="pres">
      <dgm:prSet presAssocID="{B249F275-95CF-40D5-8B0F-8BEDF75AFFA2}" presName="parTx" presStyleLbl="revTx" presStyleIdx="3" presStyleCnt="4">
        <dgm:presLayoutVars>
          <dgm:chMax val="0"/>
          <dgm:chPref val="0"/>
        </dgm:presLayoutVars>
      </dgm:prSet>
      <dgm:spPr/>
    </dgm:pt>
  </dgm:ptLst>
  <dgm:cxnLst>
    <dgm:cxn modelId="{5B359610-0C4E-464A-A42F-87D2ECA17025}" type="presOf" srcId="{B249F275-95CF-40D5-8B0F-8BEDF75AFFA2}" destId="{19508B4E-A13B-4A52-88CA-453203AA2680}" srcOrd="0" destOrd="0" presId="urn:microsoft.com/office/officeart/2018/2/layout/IconVerticalSolidList"/>
    <dgm:cxn modelId="{73BE7816-A3F8-466C-A9EA-2DC305057325}" srcId="{F749E6FC-9B3A-4EF0-95E1-66E5C0436F80}" destId="{6568E978-3638-44CB-8A40-6B86B8F8B866}" srcOrd="2" destOrd="0" parTransId="{1025403D-C10B-4B82-BDBE-CE89C267DEF9}" sibTransId="{920A035A-E70E-46EA-A6E4-058726AF2A99}"/>
    <dgm:cxn modelId="{ABC2F31B-9E27-469E-B3D6-471C0298E148}" type="presOf" srcId="{F749E6FC-9B3A-4EF0-95E1-66E5C0436F80}" destId="{E0441CE5-2699-43D7-B170-1F29FF8E26B7}" srcOrd="0" destOrd="0" presId="urn:microsoft.com/office/officeart/2018/2/layout/IconVerticalSolidList"/>
    <dgm:cxn modelId="{125EDB3E-E50B-4664-A8C3-D2F38AC09777}" srcId="{F749E6FC-9B3A-4EF0-95E1-66E5C0436F80}" destId="{AF6D0350-A977-4BFB-A595-3EA9C1BDDB00}" srcOrd="1" destOrd="0" parTransId="{90D93BF7-7A9C-4A87-ACA8-45445FE918C6}" sibTransId="{692E86FA-734F-4E4A-9D60-119C02A5FEF5}"/>
    <dgm:cxn modelId="{5512455F-851C-41F5-A002-2C5C7AB42A5C}" type="presOf" srcId="{33C45FC8-2474-4673-A728-F5D4C8D9D0BB}" destId="{9B127471-B158-43BA-A966-D818D121C957}" srcOrd="0" destOrd="0" presId="urn:microsoft.com/office/officeart/2018/2/layout/IconVerticalSolidList"/>
    <dgm:cxn modelId="{429E3661-1D9D-43AD-A303-60466E070F30}" type="presOf" srcId="{6568E978-3638-44CB-8A40-6B86B8F8B866}" destId="{25ADE5E2-084B-477C-B1E8-66EAC255FCC2}" srcOrd="0" destOrd="0" presId="urn:microsoft.com/office/officeart/2018/2/layout/IconVerticalSolidList"/>
    <dgm:cxn modelId="{F9D0958A-AFC1-491C-87AB-2A559ABB6FE9}" srcId="{F749E6FC-9B3A-4EF0-95E1-66E5C0436F80}" destId="{33C45FC8-2474-4673-A728-F5D4C8D9D0BB}" srcOrd="0" destOrd="0" parTransId="{831A1903-30F1-4AAF-BA1D-416453F83D3B}" sibTransId="{8FFFA3F9-0EDC-4AF9-ABDC-6F3E0B00216F}"/>
    <dgm:cxn modelId="{7F4587C5-3322-4DCF-815A-F7F972D0114F}" srcId="{F749E6FC-9B3A-4EF0-95E1-66E5C0436F80}" destId="{B249F275-95CF-40D5-8B0F-8BEDF75AFFA2}" srcOrd="3" destOrd="0" parTransId="{808A2721-DA39-4000-B528-248C9A5CADC0}" sibTransId="{31AEC835-E86E-4820-89A7-1EF07331E733}"/>
    <dgm:cxn modelId="{AFA136D7-3FE1-463E-B926-027A7CA34B0E}" type="presOf" srcId="{AF6D0350-A977-4BFB-A595-3EA9C1BDDB00}" destId="{906A6B4D-DC5D-45C4-8430-DA9F600C5C67}" srcOrd="0" destOrd="0" presId="urn:microsoft.com/office/officeart/2018/2/layout/IconVerticalSolidList"/>
    <dgm:cxn modelId="{29316805-6AD0-422B-8E95-868F2F11948B}" type="presParOf" srcId="{E0441CE5-2699-43D7-B170-1F29FF8E26B7}" destId="{21291295-AD22-432D-8BE3-F477050C1FD4}" srcOrd="0" destOrd="0" presId="urn:microsoft.com/office/officeart/2018/2/layout/IconVerticalSolidList"/>
    <dgm:cxn modelId="{B38FBDE4-983B-43CF-B52F-37F078A66416}" type="presParOf" srcId="{21291295-AD22-432D-8BE3-F477050C1FD4}" destId="{7588494B-AB27-4BE5-8897-39FA58D25FFA}" srcOrd="0" destOrd="0" presId="urn:microsoft.com/office/officeart/2018/2/layout/IconVerticalSolidList"/>
    <dgm:cxn modelId="{C05A0662-234F-466E-BC5C-96A46131FAD0}" type="presParOf" srcId="{21291295-AD22-432D-8BE3-F477050C1FD4}" destId="{430EC44D-C005-4920-B476-0288F7C9CA42}" srcOrd="1" destOrd="0" presId="urn:microsoft.com/office/officeart/2018/2/layout/IconVerticalSolidList"/>
    <dgm:cxn modelId="{503C0417-1242-4D33-9D71-9B10C771AD3B}" type="presParOf" srcId="{21291295-AD22-432D-8BE3-F477050C1FD4}" destId="{0C88B980-7FC4-4A4A-B10E-FD61513B1B1F}" srcOrd="2" destOrd="0" presId="urn:microsoft.com/office/officeart/2018/2/layout/IconVerticalSolidList"/>
    <dgm:cxn modelId="{985B771D-F00B-4444-AFD2-20EDF5BB28D6}" type="presParOf" srcId="{21291295-AD22-432D-8BE3-F477050C1FD4}" destId="{9B127471-B158-43BA-A966-D818D121C957}" srcOrd="3" destOrd="0" presId="urn:microsoft.com/office/officeart/2018/2/layout/IconVerticalSolidList"/>
    <dgm:cxn modelId="{59176926-C85D-4428-B52C-281706F3C01D}" type="presParOf" srcId="{E0441CE5-2699-43D7-B170-1F29FF8E26B7}" destId="{42DBC526-CB14-4B7F-B5F2-C4E380CA44A8}" srcOrd="1" destOrd="0" presId="urn:microsoft.com/office/officeart/2018/2/layout/IconVerticalSolidList"/>
    <dgm:cxn modelId="{32A8D52B-875B-4055-93A3-EE78E0E6118F}" type="presParOf" srcId="{E0441CE5-2699-43D7-B170-1F29FF8E26B7}" destId="{2540A520-FA2B-4F3B-98EB-A8E4A9B2C77E}" srcOrd="2" destOrd="0" presId="urn:microsoft.com/office/officeart/2018/2/layout/IconVerticalSolidList"/>
    <dgm:cxn modelId="{0B946C5C-9DE7-41B2-AD31-16660BDC6D6C}" type="presParOf" srcId="{2540A520-FA2B-4F3B-98EB-A8E4A9B2C77E}" destId="{15DB6DDD-5382-4412-93C2-DAF8BF5AFCF7}" srcOrd="0" destOrd="0" presId="urn:microsoft.com/office/officeart/2018/2/layout/IconVerticalSolidList"/>
    <dgm:cxn modelId="{4677748D-F422-4A24-8E87-35E00A2547FA}" type="presParOf" srcId="{2540A520-FA2B-4F3B-98EB-A8E4A9B2C77E}" destId="{450B5098-BC93-4D9C-BF84-B61176274936}" srcOrd="1" destOrd="0" presId="urn:microsoft.com/office/officeart/2018/2/layout/IconVerticalSolidList"/>
    <dgm:cxn modelId="{F31277C8-C1EF-4DAA-AC79-D70EBB55365D}" type="presParOf" srcId="{2540A520-FA2B-4F3B-98EB-A8E4A9B2C77E}" destId="{5E85CCF9-9452-41E0-927E-7E6BF5E928C3}" srcOrd="2" destOrd="0" presId="urn:microsoft.com/office/officeart/2018/2/layout/IconVerticalSolidList"/>
    <dgm:cxn modelId="{CF3EE447-04BE-4462-87EA-47854544989B}" type="presParOf" srcId="{2540A520-FA2B-4F3B-98EB-A8E4A9B2C77E}" destId="{906A6B4D-DC5D-45C4-8430-DA9F600C5C67}" srcOrd="3" destOrd="0" presId="urn:microsoft.com/office/officeart/2018/2/layout/IconVerticalSolidList"/>
    <dgm:cxn modelId="{6707D6F1-90D4-4CF6-901D-A244E63702C7}" type="presParOf" srcId="{E0441CE5-2699-43D7-B170-1F29FF8E26B7}" destId="{D1A09FFF-B0C1-4D1F-82BF-4232394C2B4A}" srcOrd="3" destOrd="0" presId="urn:microsoft.com/office/officeart/2018/2/layout/IconVerticalSolidList"/>
    <dgm:cxn modelId="{956C2BE2-F3A6-4640-9473-70E114B0A7C5}" type="presParOf" srcId="{E0441CE5-2699-43D7-B170-1F29FF8E26B7}" destId="{DA526C11-1A2A-49E9-8B37-604DF2E9423F}" srcOrd="4" destOrd="0" presId="urn:microsoft.com/office/officeart/2018/2/layout/IconVerticalSolidList"/>
    <dgm:cxn modelId="{9D00DCB5-E077-4B6D-9B78-C2660575768A}" type="presParOf" srcId="{DA526C11-1A2A-49E9-8B37-604DF2E9423F}" destId="{EA1B6C15-9A03-4385-86AC-1D319A538B7E}" srcOrd="0" destOrd="0" presId="urn:microsoft.com/office/officeart/2018/2/layout/IconVerticalSolidList"/>
    <dgm:cxn modelId="{ABB1CE36-4BAD-4892-8BCF-19F4799B9BAC}" type="presParOf" srcId="{DA526C11-1A2A-49E9-8B37-604DF2E9423F}" destId="{945E760A-BA36-45DD-9B99-091503CA889C}" srcOrd="1" destOrd="0" presId="urn:microsoft.com/office/officeart/2018/2/layout/IconVerticalSolidList"/>
    <dgm:cxn modelId="{105A8FE2-F7C5-4A01-8508-5FB5CDD718DC}" type="presParOf" srcId="{DA526C11-1A2A-49E9-8B37-604DF2E9423F}" destId="{5CDF45B3-2806-4FA9-9F92-AE4C4F2F4AAA}" srcOrd="2" destOrd="0" presId="urn:microsoft.com/office/officeart/2018/2/layout/IconVerticalSolidList"/>
    <dgm:cxn modelId="{D72BEE9D-8C26-4CFE-AE96-848810A66207}" type="presParOf" srcId="{DA526C11-1A2A-49E9-8B37-604DF2E9423F}" destId="{25ADE5E2-084B-477C-B1E8-66EAC255FCC2}" srcOrd="3" destOrd="0" presId="urn:microsoft.com/office/officeart/2018/2/layout/IconVerticalSolidList"/>
    <dgm:cxn modelId="{C79FCA69-995D-4816-9417-640C3480C450}" type="presParOf" srcId="{E0441CE5-2699-43D7-B170-1F29FF8E26B7}" destId="{2E244086-D929-4890-9E9F-D666BC436A57}" srcOrd="5" destOrd="0" presId="urn:microsoft.com/office/officeart/2018/2/layout/IconVerticalSolidList"/>
    <dgm:cxn modelId="{ADC256F7-FA66-4ED8-93D1-218DA304E077}" type="presParOf" srcId="{E0441CE5-2699-43D7-B170-1F29FF8E26B7}" destId="{7DA8A675-CAFE-47F5-AFF4-AB3BA44A995F}" srcOrd="6" destOrd="0" presId="urn:microsoft.com/office/officeart/2018/2/layout/IconVerticalSolidList"/>
    <dgm:cxn modelId="{86A7247F-2B68-495F-84C3-3C672972D8A3}" type="presParOf" srcId="{7DA8A675-CAFE-47F5-AFF4-AB3BA44A995F}" destId="{BCA1F243-8A82-446A-8B30-D636B1300781}" srcOrd="0" destOrd="0" presId="urn:microsoft.com/office/officeart/2018/2/layout/IconVerticalSolidList"/>
    <dgm:cxn modelId="{03B5698E-E26D-4622-BBF9-19F454F08F68}" type="presParOf" srcId="{7DA8A675-CAFE-47F5-AFF4-AB3BA44A995F}" destId="{F2C46696-968B-4940-B098-B7F3D1EA3442}" srcOrd="1" destOrd="0" presId="urn:microsoft.com/office/officeart/2018/2/layout/IconVerticalSolidList"/>
    <dgm:cxn modelId="{568E3F19-68DB-437C-9D27-017C6A633432}" type="presParOf" srcId="{7DA8A675-CAFE-47F5-AFF4-AB3BA44A995F}" destId="{F177654B-7EA3-4DB3-B8FF-34C8F70E97CD}" srcOrd="2" destOrd="0" presId="urn:microsoft.com/office/officeart/2018/2/layout/IconVerticalSolidList"/>
    <dgm:cxn modelId="{62FE5867-78F8-48B1-9B47-971F7C5219DF}" type="presParOf" srcId="{7DA8A675-CAFE-47F5-AFF4-AB3BA44A995F}" destId="{19508B4E-A13B-4A52-88CA-453203AA268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C09EA87-A06B-4E9C-9BDF-46A35A2C827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DA2FBD1-2E7E-4507-A89D-52EED93F4EAA}">
      <dgm:prSet/>
      <dgm:spPr/>
      <dgm:t>
        <a:bodyPr/>
        <a:lstStyle/>
        <a:p>
          <a:pPr>
            <a:lnSpc>
              <a:spcPct val="100000"/>
            </a:lnSpc>
          </a:pPr>
          <a:r>
            <a:rPr lang="en-US" b="1"/>
            <a:t>Documentary explained that how California handles toxic soil from old industrial, military and other cleanup sites — waste contaminated with things such as lead, petroleum hydrocarbons and the infamous insecticide DDT.</a:t>
          </a:r>
          <a:endParaRPr lang="en-US"/>
        </a:p>
      </dgm:t>
    </dgm:pt>
    <dgm:pt modelId="{E9A81590-4317-42E2-9D34-B4F15C7FA84A}" type="parTrans" cxnId="{65CD8784-B341-48A5-9B12-E4F026B30744}">
      <dgm:prSet/>
      <dgm:spPr/>
      <dgm:t>
        <a:bodyPr/>
        <a:lstStyle/>
        <a:p>
          <a:endParaRPr lang="en-US"/>
        </a:p>
      </dgm:t>
    </dgm:pt>
    <dgm:pt modelId="{3AE3093C-601C-44B3-A479-A0E731BC39ED}" type="sibTrans" cxnId="{65CD8784-B341-48A5-9B12-E4F026B30744}">
      <dgm:prSet/>
      <dgm:spPr/>
      <dgm:t>
        <a:bodyPr/>
        <a:lstStyle/>
        <a:p>
          <a:endParaRPr lang="en-US"/>
        </a:p>
      </dgm:t>
    </dgm:pt>
    <dgm:pt modelId="{1C88CDE3-1A0F-4C5B-BFD8-7FB1F9085819}">
      <dgm:prSet/>
      <dgm:spPr/>
      <dgm:t>
        <a:bodyPr/>
        <a:lstStyle/>
        <a:p>
          <a:pPr>
            <a:lnSpc>
              <a:spcPct val="100000"/>
            </a:lnSpc>
          </a:pPr>
          <a:r>
            <a:rPr lang="en-US" b="1"/>
            <a:t>As per report, more than 660,000 tons of toxic soil in Arizona landfills since 2018 and nearly a million tons at a Utah landfill, according to data from the state’s hazardous waste tracking system. That includes more than 105,000 tons from the state’s cleanup of lead-contaminated soil in the neighborhoods around the old Exide battery recycling facility in Los Angeles County.</a:t>
          </a:r>
          <a:endParaRPr lang="en-US"/>
        </a:p>
      </dgm:t>
    </dgm:pt>
    <dgm:pt modelId="{111F3E13-B142-4285-ABC4-0500E9483633}" type="parTrans" cxnId="{736AA42C-10DD-45DD-87FB-5488784BA543}">
      <dgm:prSet/>
      <dgm:spPr/>
      <dgm:t>
        <a:bodyPr/>
        <a:lstStyle/>
        <a:p>
          <a:endParaRPr lang="en-US"/>
        </a:p>
      </dgm:t>
    </dgm:pt>
    <dgm:pt modelId="{A1A3D1F8-8937-4BAD-9026-A73460D064BD}" type="sibTrans" cxnId="{736AA42C-10DD-45DD-87FB-5488784BA543}">
      <dgm:prSet/>
      <dgm:spPr/>
      <dgm:t>
        <a:bodyPr/>
        <a:lstStyle/>
        <a:p>
          <a:endParaRPr lang="en-US"/>
        </a:p>
      </dgm:t>
    </dgm:pt>
    <dgm:pt modelId="{D415DD16-CFC6-4CD4-A29B-E80D1F21F3F9}">
      <dgm:prSet/>
      <dgm:spPr/>
      <dgm:t>
        <a:bodyPr/>
        <a:lstStyle/>
        <a:p>
          <a:pPr>
            <a:lnSpc>
              <a:spcPct val="100000"/>
            </a:lnSpc>
          </a:pPr>
          <a:r>
            <a:rPr lang="en-US" b="1"/>
            <a:t>Overall, I found this documentary extremely interesting and educational, in teaching me that there is a correct and an incorrect way of disposing of our trash. It is very important for the environment.</a:t>
          </a:r>
          <a:endParaRPr lang="en-US"/>
        </a:p>
      </dgm:t>
    </dgm:pt>
    <dgm:pt modelId="{E1E32945-4C1E-429E-A02F-FE3196EA8CC2}" type="parTrans" cxnId="{FDB8770C-F59B-4EB6-8223-EA2A137B693E}">
      <dgm:prSet/>
      <dgm:spPr/>
      <dgm:t>
        <a:bodyPr/>
        <a:lstStyle/>
        <a:p>
          <a:endParaRPr lang="en-US"/>
        </a:p>
      </dgm:t>
    </dgm:pt>
    <dgm:pt modelId="{88EB0EE2-E88A-4921-BB47-F13EEAE6A0ED}" type="sibTrans" cxnId="{FDB8770C-F59B-4EB6-8223-EA2A137B693E}">
      <dgm:prSet/>
      <dgm:spPr/>
      <dgm:t>
        <a:bodyPr/>
        <a:lstStyle/>
        <a:p>
          <a:endParaRPr lang="en-US"/>
        </a:p>
      </dgm:t>
    </dgm:pt>
    <dgm:pt modelId="{E80F48DD-228B-4C50-A5F7-E1A885855B41}" type="pres">
      <dgm:prSet presAssocID="{4C09EA87-A06B-4E9C-9BDF-46A35A2C8274}" presName="root" presStyleCnt="0">
        <dgm:presLayoutVars>
          <dgm:dir/>
          <dgm:resizeHandles val="exact"/>
        </dgm:presLayoutVars>
      </dgm:prSet>
      <dgm:spPr/>
    </dgm:pt>
    <dgm:pt modelId="{E65F1DAF-68E7-41BD-8EE3-68E623B841E0}" type="pres">
      <dgm:prSet presAssocID="{5DA2FBD1-2E7E-4507-A89D-52EED93F4EAA}" presName="compNode" presStyleCnt="0"/>
      <dgm:spPr/>
    </dgm:pt>
    <dgm:pt modelId="{713F2DAB-1EF3-492A-9DC5-78437151598A}" type="pres">
      <dgm:prSet presAssocID="{5DA2FBD1-2E7E-4507-A89D-52EED93F4EAA}" presName="bgRect" presStyleLbl="bgShp" presStyleIdx="0" presStyleCnt="3"/>
      <dgm:spPr/>
    </dgm:pt>
    <dgm:pt modelId="{17B8E0FD-80C9-44D7-A484-F39B1ABC0028}" type="pres">
      <dgm:prSet presAssocID="{5DA2FBD1-2E7E-4507-A89D-52EED93F4EA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cientist"/>
        </a:ext>
      </dgm:extLst>
    </dgm:pt>
    <dgm:pt modelId="{206FD2F6-6DF8-4887-B2E6-178225E89EFA}" type="pres">
      <dgm:prSet presAssocID="{5DA2FBD1-2E7E-4507-A89D-52EED93F4EAA}" presName="spaceRect" presStyleCnt="0"/>
      <dgm:spPr/>
    </dgm:pt>
    <dgm:pt modelId="{215A785F-ADB5-483E-B637-E0918C4DEC98}" type="pres">
      <dgm:prSet presAssocID="{5DA2FBD1-2E7E-4507-A89D-52EED93F4EAA}" presName="parTx" presStyleLbl="revTx" presStyleIdx="0" presStyleCnt="3">
        <dgm:presLayoutVars>
          <dgm:chMax val="0"/>
          <dgm:chPref val="0"/>
        </dgm:presLayoutVars>
      </dgm:prSet>
      <dgm:spPr/>
    </dgm:pt>
    <dgm:pt modelId="{842DE566-5CC2-40FC-B5E9-774AA61A49F4}" type="pres">
      <dgm:prSet presAssocID="{3AE3093C-601C-44B3-A479-A0E731BC39ED}" presName="sibTrans" presStyleCnt="0"/>
      <dgm:spPr/>
    </dgm:pt>
    <dgm:pt modelId="{7FBA865A-96D8-45C1-BAEB-8AA3FBA0FAD9}" type="pres">
      <dgm:prSet presAssocID="{1C88CDE3-1A0F-4C5B-BFD8-7FB1F9085819}" presName="compNode" presStyleCnt="0"/>
      <dgm:spPr/>
    </dgm:pt>
    <dgm:pt modelId="{71210CF6-9B30-4DDA-8B34-1682BCD79B5B}" type="pres">
      <dgm:prSet presAssocID="{1C88CDE3-1A0F-4C5B-BFD8-7FB1F9085819}" presName="bgRect" presStyleLbl="bgShp" presStyleIdx="1" presStyleCnt="3"/>
      <dgm:spPr/>
    </dgm:pt>
    <dgm:pt modelId="{A363B2FE-9AC6-442A-9653-002BE337EBBF}" type="pres">
      <dgm:prSet presAssocID="{1C88CDE3-1A0F-4C5B-BFD8-7FB1F908581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ecycle Sign"/>
        </a:ext>
      </dgm:extLst>
    </dgm:pt>
    <dgm:pt modelId="{13505C53-3501-414D-BF25-9FA8026BD16E}" type="pres">
      <dgm:prSet presAssocID="{1C88CDE3-1A0F-4C5B-BFD8-7FB1F9085819}" presName="spaceRect" presStyleCnt="0"/>
      <dgm:spPr/>
    </dgm:pt>
    <dgm:pt modelId="{C33DC57F-0B5D-4D34-9ED3-F471A010FDFD}" type="pres">
      <dgm:prSet presAssocID="{1C88CDE3-1A0F-4C5B-BFD8-7FB1F9085819}" presName="parTx" presStyleLbl="revTx" presStyleIdx="1" presStyleCnt="3">
        <dgm:presLayoutVars>
          <dgm:chMax val="0"/>
          <dgm:chPref val="0"/>
        </dgm:presLayoutVars>
      </dgm:prSet>
      <dgm:spPr/>
    </dgm:pt>
    <dgm:pt modelId="{537AD1DF-8D8E-4EAB-AD14-1186907427AB}" type="pres">
      <dgm:prSet presAssocID="{A1A3D1F8-8937-4BAD-9026-A73460D064BD}" presName="sibTrans" presStyleCnt="0"/>
      <dgm:spPr/>
    </dgm:pt>
    <dgm:pt modelId="{0C75360D-0847-4036-9FDC-96CC15D3FE02}" type="pres">
      <dgm:prSet presAssocID="{D415DD16-CFC6-4CD4-A29B-E80D1F21F3F9}" presName="compNode" presStyleCnt="0"/>
      <dgm:spPr/>
    </dgm:pt>
    <dgm:pt modelId="{3A069E0B-C5F5-481D-8CA5-C6F2E6A6FD99}" type="pres">
      <dgm:prSet presAssocID="{D415DD16-CFC6-4CD4-A29B-E80D1F21F3F9}" presName="bgRect" presStyleLbl="bgShp" presStyleIdx="2" presStyleCnt="3"/>
      <dgm:spPr/>
    </dgm:pt>
    <dgm:pt modelId="{CE6ECF39-B70B-4F94-90F2-16846549D829}" type="pres">
      <dgm:prSet presAssocID="{D415DD16-CFC6-4CD4-A29B-E80D1F21F3F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lassroom"/>
        </a:ext>
      </dgm:extLst>
    </dgm:pt>
    <dgm:pt modelId="{44FA086B-EF14-4CA4-8FA2-8C264A5A524D}" type="pres">
      <dgm:prSet presAssocID="{D415DD16-CFC6-4CD4-A29B-E80D1F21F3F9}" presName="spaceRect" presStyleCnt="0"/>
      <dgm:spPr/>
    </dgm:pt>
    <dgm:pt modelId="{E58F2B4E-E732-4AA8-B2FE-E323F06FEDC4}" type="pres">
      <dgm:prSet presAssocID="{D415DD16-CFC6-4CD4-A29B-E80D1F21F3F9}" presName="parTx" presStyleLbl="revTx" presStyleIdx="2" presStyleCnt="3">
        <dgm:presLayoutVars>
          <dgm:chMax val="0"/>
          <dgm:chPref val="0"/>
        </dgm:presLayoutVars>
      </dgm:prSet>
      <dgm:spPr/>
    </dgm:pt>
  </dgm:ptLst>
  <dgm:cxnLst>
    <dgm:cxn modelId="{FDB8770C-F59B-4EB6-8223-EA2A137B693E}" srcId="{4C09EA87-A06B-4E9C-9BDF-46A35A2C8274}" destId="{D415DD16-CFC6-4CD4-A29B-E80D1F21F3F9}" srcOrd="2" destOrd="0" parTransId="{E1E32945-4C1E-429E-A02F-FE3196EA8CC2}" sibTransId="{88EB0EE2-E88A-4921-BB47-F13EEAE6A0ED}"/>
    <dgm:cxn modelId="{E4A4F00D-D6C0-469E-AE6A-3512259189BB}" type="presOf" srcId="{5DA2FBD1-2E7E-4507-A89D-52EED93F4EAA}" destId="{215A785F-ADB5-483E-B637-E0918C4DEC98}" srcOrd="0" destOrd="0" presId="urn:microsoft.com/office/officeart/2018/2/layout/IconVerticalSolidList"/>
    <dgm:cxn modelId="{53354212-5F89-4313-9728-ABB901AF21FD}" type="presOf" srcId="{D415DD16-CFC6-4CD4-A29B-E80D1F21F3F9}" destId="{E58F2B4E-E732-4AA8-B2FE-E323F06FEDC4}" srcOrd="0" destOrd="0" presId="urn:microsoft.com/office/officeart/2018/2/layout/IconVerticalSolidList"/>
    <dgm:cxn modelId="{736AA42C-10DD-45DD-87FB-5488784BA543}" srcId="{4C09EA87-A06B-4E9C-9BDF-46A35A2C8274}" destId="{1C88CDE3-1A0F-4C5B-BFD8-7FB1F9085819}" srcOrd="1" destOrd="0" parTransId="{111F3E13-B142-4285-ABC4-0500E9483633}" sibTransId="{A1A3D1F8-8937-4BAD-9026-A73460D064BD}"/>
    <dgm:cxn modelId="{275E454C-85EE-4828-A640-B6CBE5B0E32D}" type="presOf" srcId="{1C88CDE3-1A0F-4C5B-BFD8-7FB1F9085819}" destId="{C33DC57F-0B5D-4D34-9ED3-F471A010FDFD}" srcOrd="0" destOrd="0" presId="urn:microsoft.com/office/officeart/2018/2/layout/IconVerticalSolidList"/>
    <dgm:cxn modelId="{A8669D78-0B82-4552-AF18-06FFDDF36B1A}" type="presOf" srcId="{4C09EA87-A06B-4E9C-9BDF-46A35A2C8274}" destId="{E80F48DD-228B-4C50-A5F7-E1A885855B41}" srcOrd="0" destOrd="0" presId="urn:microsoft.com/office/officeart/2018/2/layout/IconVerticalSolidList"/>
    <dgm:cxn modelId="{65CD8784-B341-48A5-9B12-E4F026B30744}" srcId="{4C09EA87-A06B-4E9C-9BDF-46A35A2C8274}" destId="{5DA2FBD1-2E7E-4507-A89D-52EED93F4EAA}" srcOrd="0" destOrd="0" parTransId="{E9A81590-4317-42E2-9D34-B4F15C7FA84A}" sibTransId="{3AE3093C-601C-44B3-A479-A0E731BC39ED}"/>
    <dgm:cxn modelId="{8CA05DBA-3DF7-4960-940E-2DA8ED5D8E4A}" type="presParOf" srcId="{E80F48DD-228B-4C50-A5F7-E1A885855B41}" destId="{E65F1DAF-68E7-41BD-8EE3-68E623B841E0}" srcOrd="0" destOrd="0" presId="urn:microsoft.com/office/officeart/2018/2/layout/IconVerticalSolidList"/>
    <dgm:cxn modelId="{43B6C3A2-88EE-4931-93B6-A76E7C8D45DC}" type="presParOf" srcId="{E65F1DAF-68E7-41BD-8EE3-68E623B841E0}" destId="{713F2DAB-1EF3-492A-9DC5-78437151598A}" srcOrd="0" destOrd="0" presId="urn:microsoft.com/office/officeart/2018/2/layout/IconVerticalSolidList"/>
    <dgm:cxn modelId="{4E21F805-FAFA-4E22-AC9A-AC006A4C00C0}" type="presParOf" srcId="{E65F1DAF-68E7-41BD-8EE3-68E623B841E0}" destId="{17B8E0FD-80C9-44D7-A484-F39B1ABC0028}" srcOrd="1" destOrd="0" presId="urn:microsoft.com/office/officeart/2018/2/layout/IconVerticalSolidList"/>
    <dgm:cxn modelId="{C8AAA3AB-8816-417E-83BA-16004DC7341F}" type="presParOf" srcId="{E65F1DAF-68E7-41BD-8EE3-68E623B841E0}" destId="{206FD2F6-6DF8-4887-B2E6-178225E89EFA}" srcOrd="2" destOrd="0" presId="urn:microsoft.com/office/officeart/2018/2/layout/IconVerticalSolidList"/>
    <dgm:cxn modelId="{63630E81-1871-4471-8885-A47DB9046C56}" type="presParOf" srcId="{E65F1DAF-68E7-41BD-8EE3-68E623B841E0}" destId="{215A785F-ADB5-483E-B637-E0918C4DEC98}" srcOrd="3" destOrd="0" presId="urn:microsoft.com/office/officeart/2018/2/layout/IconVerticalSolidList"/>
    <dgm:cxn modelId="{6DB24F9E-522C-4399-95F3-B8CB86BD2912}" type="presParOf" srcId="{E80F48DD-228B-4C50-A5F7-E1A885855B41}" destId="{842DE566-5CC2-40FC-B5E9-774AA61A49F4}" srcOrd="1" destOrd="0" presId="urn:microsoft.com/office/officeart/2018/2/layout/IconVerticalSolidList"/>
    <dgm:cxn modelId="{CBA04FF8-8166-4F6A-8593-EBCC8DDE048B}" type="presParOf" srcId="{E80F48DD-228B-4C50-A5F7-E1A885855B41}" destId="{7FBA865A-96D8-45C1-BAEB-8AA3FBA0FAD9}" srcOrd="2" destOrd="0" presId="urn:microsoft.com/office/officeart/2018/2/layout/IconVerticalSolidList"/>
    <dgm:cxn modelId="{94B9B0B8-976F-47E4-818C-F291099BFC84}" type="presParOf" srcId="{7FBA865A-96D8-45C1-BAEB-8AA3FBA0FAD9}" destId="{71210CF6-9B30-4DDA-8B34-1682BCD79B5B}" srcOrd="0" destOrd="0" presId="urn:microsoft.com/office/officeart/2018/2/layout/IconVerticalSolidList"/>
    <dgm:cxn modelId="{5E2BB811-8925-46E1-9EC9-31DCDF3C9D65}" type="presParOf" srcId="{7FBA865A-96D8-45C1-BAEB-8AA3FBA0FAD9}" destId="{A363B2FE-9AC6-442A-9653-002BE337EBBF}" srcOrd="1" destOrd="0" presId="urn:microsoft.com/office/officeart/2018/2/layout/IconVerticalSolidList"/>
    <dgm:cxn modelId="{E7656182-701D-428E-9626-B87AEA3AF876}" type="presParOf" srcId="{7FBA865A-96D8-45C1-BAEB-8AA3FBA0FAD9}" destId="{13505C53-3501-414D-BF25-9FA8026BD16E}" srcOrd="2" destOrd="0" presId="urn:microsoft.com/office/officeart/2018/2/layout/IconVerticalSolidList"/>
    <dgm:cxn modelId="{BE4D9349-20E1-4D56-BBB1-42865AAFA23C}" type="presParOf" srcId="{7FBA865A-96D8-45C1-BAEB-8AA3FBA0FAD9}" destId="{C33DC57F-0B5D-4D34-9ED3-F471A010FDFD}" srcOrd="3" destOrd="0" presId="urn:microsoft.com/office/officeart/2018/2/layout/IconVerticalSolidList"/>
    <dgm:cxn modelId="{85C1F1CA-EBE8-4E6F-8C99-A6D71B62EA79}" type="presParOf" srcId="{E80F48DD-228B-4C50-A5F7-E1A885855B41}" destId="{537AD1DF-8D8E-4EAB-AD14-1186907427AB}" srcOrd="3" destOrd="0" presId="urn:microsoft.com/office/officeart/2018/2/layout/IconVerticalSolidList"/>
    <dgm:cxn modelId="{948DEE08-AE23-4247-A899-82DB7BBECCC9}" type="presParOf" srcId="{E80F48DD-228B-4C50-A5F7-E1A885855B41}" destId="{0C75360D-0847-4036-9FDC-96CC15D3FE02}" srcOrd="4" destOrd="0" presId="urn:microsoft.com/office/officeart/2018/2/layout/IconVerticalSolidList"/>
    <dgm:cxn modelId="{5EB9EEDC-22E2-4665-A7D9-E214A61C0AC5}" type="presParOf" srcId="{0C75360D-0847-4036-9FDC-96CC15D3FE02}" destId="{3A069E0B-C5F5-481D-8CA5-C6F2E6A6FD99}" srcOrd="0" destOrd="0" presId="urn:microsoft.com/office/officeart/2018/2/layout/IconVerticalSolidList"/>
    <dgm:cxn modelId="{EA635915-1635-4A50-ABBD-36FF9C55F85B}" type="presParOf" srcId="{0C75360D-0847-4036-9FDC-96CC15D3FE02}" destId="{CE6ECF39-B70B-4F94-90F2-16846549D829}" srcOrd="1" destOrd="0" presId="urn:microsoft.com/office/officeart/2018/2/layout/IconVerticalSolidList"/>
    <dgm:cxn modelId="{6C614B46-2E40-4827-86AC-B483DC7CB0E3}" type="presParOf" srcId="{0C75360D-0847-4036-9FDC-96CC15D3FE02}" destId="{44FA086B-EF14-4CA4-8FA2-8C264A5A524D}" srcOrd="2" destOrd="0" presId="urn:microsoft.com/office/officeart/2018/2/layout/IconVerticalSolidList"/>
    <dgm:cxn modelId="{4A9FC7EE-7A5C-4EE0-899E-898438E5C88D}" type="presParOf" srcId="{0C75360D-0847-4036-9FDC-96CC15D3FE02}" destId="{E58F2B4E-E732-4AA8-B2FE-E323F06FEDC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88494B-AB27-4BE5-8897-39FA58D25FFA}">
      <dsp:nvSpPr>
        <dsp:cNvPr id="0" name=""/>
        <dsp:cNvSpPr/>
      </dsp:nvSpPr>
      <dsp:spPr>
        <a:xfrm>
          <a:off x="0" y="0"/>
          <a:ext cx="10515600" cy="915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0EC44D-C005-4920-B476-0288F7C9CA42}">
      <dsp:nvSpPr>
        <dsp:cNvPr id="0" name=""/>
        <dsp:cNvSpPr/>
      </dsp:nvSpPr>
      <dsp:spPr>
        <a:xfrm>
          <a:off x="276958" y="207808"/>
          <a:ext cx="503560" cy="50356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127471-B158-43BA-A966-D818D121C957}">
      <dsp:nvSpPr>
        <dsp:cNvPr id="0" name=""/>
        <dsp:cNvSpPr/>
      </dsp:nvSpPr>
      <dsp:spPr>
        <a:xfrm>
          <a:off x="1057476" y="1806"/>
          <a:ext cx="9458123" cy="91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97" tIns="96897" rIns="96897" bIns="96897" numCol="1" spcCol="1270" anchor="ctr" anchorCtr="0">
          <a:noAutofit/>
        </a:bodyPr>
        <a:lstStyle/>
        <a:p>
          <a:pPr marL="0" lvl="0" indent="0" algn="l" defTabSz="666750">
            <a:lnSpc>
              <a:spcPct val="100000"/>
            </a:lnSpc>
            <a:spcBef>
              <a:spcPct val="0"/>
            </a:spcBef>
            <a:spcAft>
              <a:spcPct val="35000"/>
            </a:spcAft>
            <a:buNone/>
          </a:pPr>
          <a:r>
            <a:rPr lang="en-US" sz="1500" b="1" i="0" kern="1200"/>
            <a:t>Landfill is a method of getting rid of very large amounts of rubbish by burying it in a large deep hole.  </a:t>
          </a:r>
          <a:endParaRPr lang="en-US" sz="1500" kern="1200"/>
        </a:p>
      </dsp:txBody>
      <dsp:txXfrm>
        <a:off x="1057476" y="1806"/>
        <a:ext cx="9458123" cy="915564"/>
      </dsp:txXfrm>
    </dsp:sp>
    <dsp:sp modelId="{15DB6DDD-5382-4412-93C2-DAF8BF5AFCF7}">
      <dsp:nvSpPr>
        <dsp:cNvPr id="0" name=""/>
        <dsp:cNvSpPr/>
      </dsp:nvSpPr>
      <dsp:spPr>
        <a:xfrm>
          <a:off x="0" y="1146262"/>
          <a:ext cx="10515600" cy="915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0B5098-BC93-4D9C-BF84-B61176274936}">
      <dsp:nvSpPr>
        <dsp:cNvPr id="0" name=""/>
        <dsp:cNvSpPr/>
      </dsp:nvSpPr>
      <dsp:spPr>
        <a:xfrm>
          <a:off x="276958" y="1352264"/>
          <a:ext cx="503560" cy="50356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6A6B4D-DC5D-45C4-8430-DA9F600C5C67}">
      <dsp:nvSpPr>
        <dsp:cNvPr id="0" name=""/>
        <dsp:cNvSpPr/>
      </dsp:nvSpPr>
      <dsp:spPr>
        <a:xfrm>
          <a:off x="1057476" y="1146262"/>
          <a:ext cx="9458123" cy="91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97" tIns="96897" rIns="96897" bIns="96897" numCol="1" spcCol="1270" anchor="ctr" anchorCtr="0">
          <a:noAutofit/>
        </a:bodyPr>
        <a:lstStyle/>
        <a:p>
          <a:pPr marL="0" lvl="0" indent="0" algn="l" defTabSz="666750">
            <a:lnSpc>
              <a:spcPct val="100000"/>
            </a:lnSpc>
            <a:spcBef>
              <a:spcPct val="0"/>
            </a:spcBef>
            <a:spcAft>
              <a:spcPct val="35000"/>
            </a:spcAft>
            <a:buNone/>
          </a:pPr>
          <a:r>
            <a:rPr lang="en-US" sz="1500" b="1" i="0" kern="1200"/>
            <a:t>The environmental costs of landfill. A landfill is a large deep hole in which very large amounts of rubbish are buried.</a:t>
          </a:r>
          <a:endParaRPr lang="en-US" sz="1500" kern="1200"/>
        </a:p>
      </dsp:txBody>
      <dsp:txXfrm>
        <a:off x="1057476" y="1146262"/>
        <a:ext cx="9458123" cy="915564"/>
      </dsp:txXfrm>
    </dsp:sp>
    <dsp:sp modelId="{EA1B6C15-9A03-4385-86AC-1D319A538B7E}">
      <dsp:nvSpPr>
        <dsp:cNvPr id="0" name=""/>
        <dsp:cNvSpPr/>
      </dsp:nvSpPr>
      <dsp:spPr>
        <a:xfrm>
          <a:off x="0" y="2290717"/>
          <a:ext cx="10515600" cy="915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5E760A-BA36-45DD-9B99-091503CA889C}">
      <dsp:nvSpPr>
        <dsp:cNvPr id="0" name=""/>
        <dsp:cNvSpPr/>
      </dsp:nvSpPr>
      <dsp:spPr>
        <a:xfrm>
          <a:off x="276958" y="2496719"/>
          <a:ext cx="503560" cy="50356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ADE5E2-084B-477C-B1E8-66EAC255FCC2}">
      <dsp:nvSpPr>
        <dsp:cNvPr id="0" name=""/>
        <dsp:cNvSpPr/>
      </dsp:nvSpPr>
      <dsp:spPr>
        <a:xfrm>
          <a:off x="1057476" y="2290717"/>
          <a:ext cx="9458123" cy="91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97" tIns="96897" rIns="96897" bIns="96897" numCol="1" spcCol="1270" anchor="ctr" anchorCtr="0">
          <a:noAutofit/>
        </a:bodyPr>
        <a:lstStyle/>
        <a:p>
          <a:pPr marL="0" lvl="0" indent="0" algn="l" defTabSz="666750">
            <a:lnSpc>
              <a:spcPct val="100000"/>
            </a:lnSpc>
            <a:spcBef>
              <a:spcPct val="0"/>
            </a:spcBef>
            <a:spcAft>
              <a:spcPct val="35000"/>
            </a:spcAft>
            <a:buNone/>
          </a:pPr>
          <a:r>
            <a:rPr lang="en-US" sz="1500" b="1" kern="1200"/>
            <a:t>California state and local government agencies largely oversee or directly manage the cleanup projects disposing the waste out of state. California’s own hazardous waste and the Department of Toxic Substances Control which is one of the biggest out-of-state dumpers and has continued to take its toxic waste.</a:t>
          </a:r>
          <a:endParaRPr lang="en-US" sz="1500" kern="1200"/>
        </a:p>
      </dsp:txBody>
      <dsp:txXfrm>
        <a:off x="1057476" y="2290717"/>
        <a:ext cx="9458123" cy="915564"/>
      </dsp:txXfrm>
    </dsp:sp>
    <dsp:sp modelId="{BCA1F243-8A82-446A-8B30-D636B1300781}">
      <dsp:nvSpPr>
        <dsp:cNvPr id="0" name=""/>
        <dsp:cNvSpPr/>
      </dsp:nvSpPr>
      <dsp:spPr>
        <a:xfrm>
          <a:off x="0" y="3435173"/>
          <a:ext cx="10515600" cy="9155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C46696-968B-4940-B098-B7F3D1EA3442}">
      <dsp:nvSpPr>
        <dsp:cNvPr id="0" name=""/>
        <dsp:cNvSpPr/>
      </dsp:nvSpPr>
      <dsp:spPr>
        <a:xfrm>
          <a:off x="276958" y="3641175"/>
          <a:ext cx="503560" cy="50356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508B4E-A13B-4A52-88CA-453203AA2680}">
      <dsp:nvSpPr>
        <dsp:cNvPr id="0" name=""/>
        <dsp:cNvSpPr/>
      </dsp:nvSpPr>
      <dsp:spPr>
        <a:xfrm>
          <a:off x="1057476" y="3435173"/>
          <a:ext cx="9458123" cy="91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97" tIns="96897" rIns="96897" bIns="96897" numCol="1" spcCol="1270" anchor="ctr" anchorCtr="0">
          <a:noAutofit/>
        </a:bodyPr>
        <a:lstStyle/>
        <a:p>
          <a:pPr marL="0" lvl="0" indent="0" algn="l" defTabSz="666750">
            <a:lnSpc>
              <a:spcPct val="100000"/>
            </a:lnSpc>
            <a:spcBef>
              <a:spcPct val="0"/>
            </a:spcBef>
            <a:spcAft>
              <a:spcPct val="35000"/>
            </a:spcAft>
            <a:buNone/>
          </a:pPr>
          <a:r>
            <a:rPr lang="en-US" sz="1500" b="1" kern="1200"/>
            <a:t>The (Hazardous Waste Management) Plan will propose strategies for reducing hazardous waste generation, managing more waste in state, and addressing issues of concern, such as hazardous waste impacts to disadvantaged communities,” according to a statement from the department.</a:t>
          </a:r>
          <a:endParaRPr lang="en-US" sz="1500" kern="1200"/>
        </a:p>
      </dsp:txBody>
      <dsp:txXfrm>
        <a:off x="1057476" y="3435173"/>
        <a:ext cx="9458123" cy="9155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3F2DAB-1EF3-492A-9DC5-78437151598A}">
      <dsp:nvSpPr>
        <dsp:cNvPr id="0" name=""/>
        <dsp:cNvSpPr/>
      </dsp:nvSpPr>
      <dsp:spPr>
        <a:xfrm>
          <a:off x="0" y="597"/>
          <a:ext cx="11434813" cy="13978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B8E0FD-80C9-44D7-A484-F39B1ABC0028}">
      <dsp:nvSpPr>
        <dsp:cNvPr id="0" name=""/>
        <dsp:cNvSpPr/>
      </dsp:nvSpPr>
      <dsp:spPr>
        <a:xfrm>
          <a:off x="422847" y="315112"/>
          <a:ext cx="768813" cy="7688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5A785F-ADB5-483E-B637-E0918C4DEC98}">
      <dsp:nvSpPr>
        <dsp:cNvPr id="0" name=""/>
        <dsp:cNvSpPr/>
      </dsp:nvSpPr>
      <dsp:spPr>
        <a:xfrm>
          <a:off x="1614509" y="597"/>
          <a:ext cx="9820303" cy="1397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938" tIns="147938" rIns="147938" bIns="147938" numCol="1" spcCol="1270" anchor="ctr" anchorCtr="0">
          <a:noAutofit/>
        </a:bodyPr>
        <a:lstStyle/>
        <a:p>
          <a:pPr marL="0" lvl="0" indent="0" algn="l" defTabSz="755650">
            <a:lnSpc>
              <a:spcPct val="100000"/>
            </a:lnSpc>
            <a:spcBef>
              <a:spcPct val="0"/>
            </a:spcBef>
            <a:spcAft>
              <a:spcPct val="35000"/>
            </a:spcAft>
            <a:buNone/>
          </a:pPr>
          <a:r>
            <a:rPr lang="en-US" sz="1700" b="1" kern="1200"/>
            <a:t>Documentary explained that how California handles toxic soil from old industrial, military and other cleanup sites — waste contaminated with things such as lead, petroleum hydrocarbons and the infamous insecticide DDT.</a:t>
          </a:r>
          <a:endParaRPr lang="en-US" sz="1700" kern="1200"/>
        </a:p>
      </dsp:txBody>
      <dsp:txXfrm>
        <a:off x="1614509" y="597"/>
        <a:ext cx="9820303" cy="1397843"/>
      </dsp:txXfrm>
    </dsp:sp>
    <dsp:sp modelId="{71210CF6-9B30-4DDA-8B34-1682BCD79B5B}">
      <dsp:nvSpPr>
        <dsp:cNvPr id="0" name=""/>
        <dsp:cNvSpPr/>
      </dsp:nvSpPr>
      <dsp:spPr>
        <a:xfrm>
          <a:off x="0" y="1747901"/>
          <a:ext cx="11434813" cy="13978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63B2FE-9AC6-442A-9653-002BE337EBBF}">
      <dsp:nvSpPr>
        <dsp:cNvPr id="0" name=""/>
        <dsp:cNvSpPr/>
      </dsp:nvSpPr>
      <dsp:spPr>
        <a:xfrm>
          <a:off x="422847" y="2062416"/>
          <a:ext cx="768813" cy="7688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3DC57F-0B5D-4D34-9ED3-F471A010FDFD}">
      <dsp:nvSpPr>
        <dsp:cNvPr id="0" name=""/>
        <dsp:cNvSpPr/>
      </dsp:nvSpPr>
      <dsp:spPr>
        <a:xfrm>
          <a:off x="1614509" y="1747901"/>
          <a:ext cx="9820303" cy="1397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938" tIns="147938" rIns="147938" bIns="147938" numCol="1" spcCol="1270" anchor="ctr" anchorCtr="0">
          <a:noAutofit/>
        </a:bodyPr>
        <a:lstStyle/>
        <a:p>
          <a:pPr marL="0" lvl="0" indent="0" algn="l" defTabSz="755650">
            <a:lnSpc>
              <a:spcPct val="100000"/>
            </a:lnSpc>
            <a:spcBef>
              <a:spcPct val="0"/>
            </a:spcBef>
            <a:spcAft>
              <a:spcPct val="35000"/>
            </a:spcAft>
            <a:buNone/>
          </a:pPr>
          <a:r>
            <a:rPr lang="en-US" sz="1700" b="1" kern="1200"/>
            <a:t>As per report, more than 660,000 tons of toxic soil in Arizona landfills since 2018 and nearly a million tons at a Utah landfill, according to data from the state’s hazardous waste tracking system. That includes more than 105,000 tons from the state’s cleanup of lead-contaminated soil in the neighborhoods around the old Exide battery recycling facility in Los Angeles County.</a:t>
          </a:r>
          <a:endParaRPr lang="en-US" sz="1700" kern="1200"/>
        </a:p>
      </dsp:txBody>
      <dsp:txXfrm>
        <a:off x="1614509" y="1747901"/>
        <a:ext cx="9820303" cy="1397843"/>
      </dsp:txXfrm>
    </dsp:sp>
    <dsp:sp modelId="{3A069E0B-C5F5-481D-8CA5-C6F2E6A6FD99}">
      <dsp:nvSpPr>
        <dsp:cNvPr id="0" name=""/>
        <dsp:cNvSpPr/>
      </dsp:nvSpPr>
      <dsp:spPr>
        <a:xfrm>
          <a:off x="0" y="3495206"/>
          <a:ext cx="11434813" cy="139784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6ECF39-B70B-4F94-90F2-16846549D829}">
      <dsp:nvSpPr>
        <dsp:cNvPr id="0" name=""/>
        <dsp:cNvSpPr/>
      </dsp:nvSpPr>
      <dsp:spPr>
        <a:xfrm>
          <a:off x="422847" y="3809720"/>
          <a:ext cx="768813" cy="7688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8F2B4E-E732-4AA8-B2FE-E323F06FEDC4}">
      <dsp:nvSpPr>
        <dsp:cNvPr id="0" name=""/>
        <dsp:cNvSpPr/>
      </dsp:nvSpPr>
      <dsp:spPr>
        <a:xfrm>
          <a:off x="1614509" y="3495206"/>
          <a:ext cx="9820303" cy="1397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938" tIns="147938" rIns="147938" bIns="147938" numCol="1" spcCol="1270" anchor="ctr" anchorCtr="0">
          <a:noAutofit/>
        </a:bodyPr>
        <a:lstStyle/>
        <a:p>
          <a:pPr marL="0" lvl="0" indent="0" algn="l" defTabSz="755650">
            <a:lnSpc>
              <a:spcPct val="100000"/>
            </a:lnSpc>
            <a:spcBef>
              <a:spcPct val="0"/>
            </a:spcBef>
            <a:spcAft>
              <a:spcPct val="35000"/>
            </a:spcAft>
            <a:buNone/>
          </a:pPr>
          <a:r>
            <a:rPr lang="en-US" sz="1700" b="1" kern="1200"/>
            <a:t>Overall, I found this documentary extremely interesting and educational, in teaching me that there is a correct and an incorrect way of disposing of our trash. It is very important for the environment.</a:t>
          </a:r>
          <a:endParaRPr lang="en-US" sz="1700" kern="1200"/>
        </a:p>
      </dsp:txBody>
      <dsp:txXfrm>
        <a:off x="1614509" y="3495206"/>
        <a:ext cx="9820303" cy="139784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350EB-C893-A37E-8D53-B89147337B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A4CF8571-C8E8-89D1-CBD7-DD69D46C35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EFC29B01-7C97-C1E4-8158-06CCD08256E2}"/>
              </a:ext>
            </a:extLst>
          </p:cNvPr>
          <p:cNvSpPr>
            <a:spLocks noGrp="1"/>
          </p:cNvSpPr>
          <p:nvPr>
            <p:ph type="dt" sz="half" idx="10"/>
          </p:nvPr>
        </p:nvSpPr>
        <p:spPr/>
        <p:txBody>
          <a:bodyPr/>
          <a:lstStyle/>
          <a:p>
            <a:fld id="{AA70F276-1833-4A75-9C1D-A56E2295A68D}" type="datetimeFigureOut">
              <a:rPr lang="en-US" smtClean="0"/>
              <a:t>4/5/2024</a:t>
            </a:fld>
            <a:endParaRPr lang="en-US"/>
          </a:p>
        </p:txBody>
      </p:sp>
      <p:sp>
        <p:nvSpPr>
          <p:cNvPr id="5" name="Footer Placeholder 4">
            <a:extLst>
              <a:ext uri="{FF2B5EF4-FFF2-40B4-BE49-F238E27FC236}">
                <a16:creationId xmlns:a16="http://schemas.microsoft.com/office/drawing/2014/main" id="{E5036E16-C0D3-3BF6-6079-31CD3D0657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FF682C-F2A0-B04B-C59A-75F29E1FA63E}"/>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132958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E9094-6FCE-DED1-A4AF-E39684213B9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B1C939D-6D9B-05CA-3981-7A86996208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CBC06FE-751A-5E2D-947E-67DED5625BCA}"/>
              </a:ext>
            </a:extLst>
          </p:cNvPr>
          <p:cNvSpPr>
            <a:spLocks noGrp="1"/>
          </p:cNvSpPr>
          <p:nvPr>
            <p:ph type="dt" sz="half" idx="10"/>
          </p:nvPr>
        </p:nvSpPr>
        <p:spPr/>
        <p:txBody>
          <a:bodyPr/>
          <a:lstStyle/>
          <a:p>
            <a:fld id="{AA70F276-1833-4A75-9C1D-A56E2295A68D}" type="datetimeFigureOut">
              <a:rPr lang="en-US" smtClean="0"/>
              <a:t>4/5/2024</a:t>
            </a:fld>
            <a:endParaRPr lang="en-US"/>
          </a:p>
        </p:txBody>
      </p:sp>
      <p:sp>
        <p:nvSpPr>
          <p:cNvPr id="5" name="Footer Placeholder 4">
            <a:extLst>
              <a:ext uri="{FF2B5EF4-FFF2-40B4-BE49-F238E27FC236}">
                <a16:creationId xmlns:a16="http://schemas.microsoft.com/office/drawing/2014/main" id="{20F623A1-FB5F-8419-9CCB-5A4543AFAA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B76D82-584C-93FC-8E75-001A239BB7E5}"/>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279127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68F0D-3E98-B879-F337-2323FBA635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67353694-5253-D355-36CE-C618A112F4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3E4094-3DA6-B807-2434-410122F36E1A}"/>
              </a:ext>
            </a:extLst>
          </p:cNvPr>
          <p:cNvSpPr>
            <a:spLocks noGrp="1"/>
          </p:cNvSpPr>
          <p:nvPr>
            <p:ph type="dt" sz="half" idx="10"/>
          </p:nvPr>
        </p:nvSpPr>
        <p:spPr/>
        <p:txBody>
          <a:bodyPr/>
          <a:lstStyle/>
          <a:p>
            <a:fld id="{AA70F276-1833-4A75-9C1D-A56E2295A68D}" type="datetimeFigureOut">
              <a:rPr lang="en-US" smtClean="0"/>
              <a:t>4/5/2024</a:t>
            </a:fld>
            <a:endParaRPr lang="en-US"/>
          </a:p>
        </p:txBody>
      </p:sp>
      <p:sp>
        <p:nvSpPr>
          <p:cNvPr id="5" name="Footer Placeholder 4">
            <a:extLst>
              <a:ext uri="{FF2B5EF4-FFF2-40B4-BE49-F238E27FC236}">
                <a16:creationId xmlns:a16="http://schemas.microsoft.com/office/drawing/2014/main" id="{A327AF27-4022-0943-AE0A-7961FB8256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C0748F-8FB6-AE1F-E878-F5197389AE38}"/>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979229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D195A-3190-B1D4-A697-28F987CE6FD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F5CFC76-6E1F-DB3D-61AA-A2E64AB8C7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81D4C25-6717-7321-DE3D-CA9A6D0BF3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CEC8E32-F932-5853-212C-BC62DA3F1582}"/>
              </a:ext>
            </a:extLst>
          </p:cNvPr>
          <p:cNvSpPr>
            <a:spLocks noGrp="1"/>
          </p:cNvSpPr>
          <p:nvPr>
            <p:ph type="dt" sz="half" idx="10"/>
          </p:nvPr>
        </p:nvSpPr>
        <p:spPr/>
        <p:txBody>
          <a:bodyPr/>
          <a:lstStyle/>
          <a:p>
            <a:fld id="{AA70F276-1833-4A75-9C1D-A56E2295A68D}" type="datetimeFigureOut">
              <a:rPr lang="en-US" smtClean="0"/>
              <a:t>4/5/2024</a:t>
            </a:fld>
            <a:endParaRPr lang="en-US"/>
          </a:p>
        </p:txBody>
      </p:sp>
      <p:sp>
        <p:nvSpPr>
          <p:cNvPr id="6" name="Footer Placeholder 5">
            <a:extLst>
              <a:ext uri="{FF2B5EF4-FFF2-40B4-BE49-F238E27FC236}">
                <a16:creationId xmlns:a16="http://schemas.microsoft.com/office/drawing/2014/main" id="{6F9DD925-B66B-CDC9-1A72-21F33C0494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93A5A2-078B-9F16-F717-2A61942D5F23}"/>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24085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DCD17-7388-B0BF-1BFD-1E9463B332F9}"/>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95281F4-299B-7C4C-4FCB-F1E1ACDF98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16D6D1-7697-222A-C933-4A010651FB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BB99B878-896B-F6F5-A1FF-F14238FDF1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6606CA-BC28-C875-A90B-2751C98191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0CFC1974-1D5F-35AF-38CD-3A63B70EE23A}"/>
              </a:ext>
            </a:extLst>
          </p:cNvPr>
          <p:cNvSpPr>
            <a:spLocks noGrp="1"/>
          </p:cNvSpPr>
          <p:nvPr>
            <p:ph type="dt" sz="half" idx="10"/>
          </p:nvPr>
        </p:nvSpPr>
        <p:spPr/>
        <p:txBody>
          <a:bodyPr/>
          <a:lstStyle/>
          <a:p>
            <a:fld id="{AA70F276-1833-4A75-9C1D-A56E2295A68D}" type="datetimeFigureOut">
              <a:rPr lang="en-US" smtClean="0"/>
              <a:t>4/5/2024</a:t>
            </a:fld>
            <a:endParaRPr lang="en-US"/>
          </a:p>
        </p:txBody>
      </p:sp>
      <p:sp>
        <p:nvSpPr>
          <p:cNvPr id="8" name="Footer Placeholder 7">
            <a:extLst>
              <a:ext uri="{FF2B5EF4-FFF2-40B4-BE49-F238E27FC236}">
                <a16:creationId xmlns:a16="http://schemas.microsoft.com/office/drawing/2014/main" id="{2C34FB57-CCFD-1B3D-61B1-7754C3B307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10E6F4-3E12-03AB-42F6-E3C6A5D810F4}"/>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110862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E3A13-6D38-4D0E-1784-22A0E93DDC20}"/>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280044B-851F-EEE5-547E-50E5C7B38BBF}"/>
              </a:ext>
            </a:extLst>
          </p:cNvPr>
          <p:cNvSpPr>
            <a:spLocks noGrp="1"/>
          </p:cNvSpPr>
          <p:nvPr>
            <p:ph type="dt" sz="half" idx="10"/>
          </p:nvPr>
        </p:nvSpPr>
        <p:spPr/>
        <p:txBody>
          <a:bodyPr/>
          <a:lstStyle/>
          <a:p>
            <a:fld id="{AA70F276-1833-4A75-9C1D-A56E2295A68D}" type="datetimeFigureOut">
              <a:rPr lang="en-US" smtClean="0"/>
              <a:t>4/5/2024</a:t>
            </a:fld>
            <a:endParaRPr lang="en-US"/>
          </a:p>
        </p:txBody>
      </p:sp>
      <p:sp>
        <p:nvSpPr>
          <p:cNvPr id="4" name="Footer Placeholder 3">
            <a:extLst>
              <a:ext uri="{FF2B5EF4-FFF2-40B4-BE49-F238E27FC236}">
                <a16:creationId xmlns:a16="http://schemas.microsoft.com/office/drawing/2014/main" id="{DF9A9605-F802-7C96-918E-86B525C6A5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303293-417A-ABB2-1008-4504F51AD50F}"/>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557401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AD7B3-2F71-6C7C-01C3-638C272816C6}"/>
              </a:ext>
            </a:extLst>
          </p:cNvPr>
          <p:cNvSpPr>
            <a:spLocks noGrp="1"/>
          </p:cNvSpPr>
          <p:nvPr>
            <p:ph type="dt" sz="half" idx="10"/>
          </p:nvPr>
        </p:nvSpPr>
        <p:spPr/>
        <p:txBody>
          <a:bodyPr/>
          <a:lstStyle/>
          <a:p>
            <a:fld id="{AA70F276-1833-4A75-9C1D-A56E2295A68D}" type="datetimeFigureOut">
              <a:rPr lang="en-US" smtClean="0"/>
              <a:t>4/5/2024</a:t>
            </a:fld>
            <a:endParaRPr lang="en-US"/>
          </a:p>
        </p:txBody>
      </p:sp>
      <p:sp>
        <p:nvSpPr>
          <p:cNvPr id="3" name="Footer Placeholder 2">
            <a:extLst>
              <a:ext uri="{FF2B5EF4-FFF2-40B4-BE49-F238E27FC236}">
                <a16:creationId xmlns:a16="http://schemas.microsoft.com/office/drawing/2014/main" id="{6C014FE1-AB79-52C6-521B-3AA3CB067D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AFA8A7-CCC3-0C28-BC3D-8FF4501B9567}"/>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646579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AA9C0-C453-13BF-DA7B-F0488A706B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EEE8639A-A3AC-C654-30ED-F8C348372E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CE6BB8B-CB21-B53C-03D7-D762E5F94D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6F2746-DBAE-9A3D-2398-586612FD0B16}"/>
              </a:ext>
            </a:extLst>
          </p:cNvPr>
          <p:cNvSpPr>
            <a:spLocks noGrp="1"/>
          </p:cNvSpPr>
          <p:nvPr>
            <p:ph type="dt" sz="half" idx="10"/>
          </p:nvPr>
        </p:nvSpPr>
        <p:spPr/>
        <p:txBody>
          <a:bodyPr/>
          <a:lstStyle/>
          <a:p>
            <a:fld id="{AA70F276-1833-4A75-9C1D-A56E2295A68D}" type="datetimeFigureOut">
              <a:rPr lang="en-US" smtClean="0"/>
              <a:t>4/5/2024</a:t>
            </a:fld>
            <a:endParaRPr lang="en-US"/>
          </a:p>
        </p:txBody>
      </p:sp>
      <p:sp>
        <p:nvSpPr>
          <p:cNvPr id="6" name="Footer Placeholder 5">
            <a:extLst>
              <a:ext uri="{FF2B5EF4-FFF2-40B4-BE49-F238E27FC236}">
                <a16:creationId xmlns:a16="http://schemas.microsoft.com/office/drawing/2014/main" id="{409F4794-94B3-5698-FBBB-FD115A25A8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80BEF5-263E-F566-B7C6-D0C8872092D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126914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C5127-8C64-87DB-9395-CFF2329DF9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1C0F5544-B2F9-9282-C7A0-A5BCE3036E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9F492EE5-5E0B-4EB2-6DE5-888D859181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FF69E3-CE3D-8CEA-5A30-12E124BD40BF}"/>
              </a:ext>
            </a:extLst>
          </p:cNvPr>
          <p:cNvSpPr>
            <a:spLocks noGrp="1"/>
          </p:cNvSpPr>
          <p:nvPr>
            <p:ph type="dt" sz="half" idx="10"/>
          </p:nvPr>
        </p:nvSpPr>
        <p:spPr/>
        <p:txBody>
          <a:bodyPr/>
          <a:lstStyle/>
          <a:p>
            <a:fld id="{AA70F276-1833-4A75-9C1D-A56E2295A68D}" type="datetimeFigureOut">
              <a:rPr lang="en-US" smtClean="0"/>
              <a:t>4/5/2024</a:t>
            </a:fld>
            <a:endParaRPr lang="en-US"/>
          </a:p>
        </p:txBody>
      </p:sp>
      <p:sp>
        <p:nvSpPr>
          <p:cNvPr id="6" name="Footer Placeholder 5">
            <a:extLst>
              <a:ext uri="{FF2B5EF4-FFF2-40B4-BE49-F238E27FC236}">
                <a16:creationId xmlns:a16="http://schemas.microsoft.com/office/drawing/2014/main" id="{C958A4B9-7E6E-4E53-3DF6-5C138FB9C1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C42441-BE86-2DA4-41AF-64D6C5E4B2B0}"/>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359443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8C156-7767-248E-647F-256DB1E06B2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A3E5241-D0CE-5B48-2B2E-4BCE397F4C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B2CA36B-FA1B-4081-608E-AAEEEA20E4E1}"/>
              </a:ext>
            </a:extLst>
          </p:cNvPr>
          <p:cNvSpPr>
            <a:spLocks noGrp="1"/>
          </p:cNvSpPr>
          <p:nvPr>
            <p:ph type="dt" sz="half" idx="10"/>
          </p:nvPr>
        </p:nvSpPr>
        <p:spPr/>
        <p:txBody>
          <a:bodyPr/>
          <a:lstStyle/>
          <a:p>
            <a:fld id="{AA70F276-1833-4A75-9C1D-A56E2295A68D}" type="datetimeFigureOut">
              <a:rPr lang="en-US" smtClean="0"/>
              <a:t>4/5/2024</a:t>
            </a:fld>
            <a:endParaRPr lang="en-US"/>
          </a:p>
        </p:txBody>
      </p:sp>
      <p:sp>
        <p:nvSpPr>
          <p:cNvPr id="5" name="Footer Placeholder 4">
            <a:extLst>
              <a:ext uri="{FF2B5EF4-FFF2-40B4-BE49-F238E27FC236}">
                <a16:creationId xmlns:a16="http://schemas.microsoft.com/office/drawing/2014/main" id="{7F05E2A0-E781-3D15-A6B0-AB417F83B4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E76686-3DE5-6904-E63D-13ED3D9E448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464732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19D0A3-D7F1-7166-8C0F-DBBCF6721B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345EEC79-BC7B-B1C0-F73F-F2A4B64B47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58224B9-1F34-7F72-5757-E16D3C2DA7A3}"/>
              </a:ext>
            </a:extLst>
          </p:cNvPr>
          <p:cNvSpPr>
            <a:spLocks noGrp="1"/>
          </p:cNvSpPr>
          <p:nvPr>
            <p:ph type="dt" sz="half" idx="10"/>
          </p:nvPr>
        </p:nvSpPr>
        <p:spPr/>
        <p:txBody>
          <a:bodyPr/>
          <a:lstStyle/>
          <a:p>
            <a:fld id="{AA70F276-1833-4A75-9C1D-A56E2295A68D}" type="datetimeFigureOut">
              <a:rPr lang="en-US" smtClean="0"/>
              <a:t>4/5/2024</a:t>
            </a:fld>
            <a:endParaRPr lang="en-US"/>
          </a:p>
        </p:txBody>
      </p:sp>
      <p:sp>
        <p:nvSpPr>
          <p:cNvPr id="5" name="Footer Placeholder 4">
            <a:extLst>
              <a:ext uri="{FF2B5EF4-FFF2-40B4-BE49-F238E27FC236}">
                <a16:creationId xmlns:a16="http://schemas.microsoft.com/office/drawing/2014/main" id="{ACBDA977-2499-F7EB-3C2F-B3045C97B2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479598-F33D-C3EB-8867-EF5335966EB7}"/>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444062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9D2A57-DAE5-5E61-814D-A0A2A40A1A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58D7B21-84F0-4D95-0343-C99FDB87EA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C590FF-E7F9-C2D5-F6A7-8D51DAA81C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70F276-1833-4A75-9C1D-A56E2295A68D}" type="datetimeFigureOut">
              <a:rPr lang="en-US" smtClean="0"/>
              <a:pPr/>
              <a:t>4/5/2024</a:t>
            </a:fld>
            <a:endParaRPr lang="en-US" dirty="0"/>
          </a:p>
        </p:txBody>
      </p:sp>
      <p:sp>
        <p:nvSpPr>
          <p:cNvPr id="5" name="Footer Placeholder 4">
            <a:extLst>
              <a:ext uri="{FF2B5EF4-FFF2-40B4-BE49-F238E27FC236}">
                <a16:creationId xmlns:a16="http://schemas.microsoft.com/office/drawing/2014/main" id="{65255402-FC43-226C-741C-B4A2CF4455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solidFill>
                <a:srgbClr val="FFFFFF"/>
              </a:solidFill>
            </a:endParaRPr>
          </a:p>
        </p:txBody>
      </p:sp>
      <p:sp>
        <p:nvSpPr>
          <p:cNvPr id="6" name="Slide Number Placeholder 5">
            <a:extLst>
              <a:ext uri="{FF2B5EF4-FFF2-40B4-BE49-F238E27FC236}">
                <a16:creationId xmlns:a16="http://schemas.microsoft.com/office/drawing/2014/main" id="{94B53817-41F1-6CAA-1DC7-5FDDDCEAA0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2701790758"/>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1" name="Rectangle 90">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Picture 80" descr="Construction area">
            <a:extLst>
              <a:ext uri="{FF2B5EF4-FFF2-40B4-BE49-F238E27FC236}">
                <a16:creationId xmlns:a16="http://schemas.microsoft.com/office/drawing/2014/main" id="{221875A5-C1A8-F854-9820-68FC6A4A3FDB}"/>
              </a:ext>
            </a:extLst>
          </p:cNvPr>
          <p:cNvPicPr>
            <a:picLocks noChangeAspect="1"/>
          </p:cNvPicPr>
          <p:nvPr/>
        </p:nvPicPr>
        <p:blipFill rotWithShape="1">
          <a:blip r:embed="rId2"/>
          <a:srcRect l="5544" r="693"/>
          <a:stretch/>
        </p:blipFill>
        <p:spPr>
          <a:xfrm>
            <a:off x="1" y="10"/>
            <a:ext cx="9669642" cy="6857990"/>
          </a:xfrm>
          <a:prstGeom prst="rect">
            <a:avLst/>
          </a:prstGeom>
        </p:spPr>
      </p:pic>
      <p:sp>
        <p:nvSpPr>
          <p:cNvPr id="92" name="Rectangle 91">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3509B06-AAAD-888D-1862-F038D00AD082}"/>
              </a:ext>
            </a:extLst>
          </p:cNvPr>
          <p:cNvSpPr>
            <a:spLocks noGrp="1"/>
          </p:cNvSpPr>
          <p:nvPr>
            <p:ph type="title"/>
          </p:nvPr>
        </p:nvSpPr>
        <p:spPr>
          <a:xfrm>
            <a:off x="7935402" y="743447"/>
            <a:ext cx="3445765" cy="3692028"/>
          </a:xfrm>
          <a:noFill/>
        </p:spPr>
        <p:txBody>
          <a:bodyPr vert="horz" lIns="91440" tIns="45720" rIns="91440" bIns="45720" rtlCol="0" anchor="b">
            <a:normAutofit/>
          </a:bodyPr>
          <a:lstStyle/>
          <a:p>
            <a:r>
              <a:rPr lang="en-US" b="0" i="0" dirty="0">
                <a:effectLst/>
                <a:highlight>
                  <a:srgbClr val="FFFFFF"/>
                </a:highlight>
              </a:rPr>
              <a:t>Landfill Documentary and overview.</a:t>
            </a:r>
            <a:br>
              <a:rPr lang="en-US" b="0" i="0" dirty="0">
                <a:effectLst/>
                <a:highlight>
                  <a:srgbClr val="FFFFFF"/>
                </a:highlight>
              </a:rPr>
            </a:br>
            <a:endParaRPr lang="en-US" dirty="0"/>
          </a:p>
        </p:txBody>
      </p:sp>
    </p:spTree>
    <p:extLst>
      <p:ext uri="{BB962C8B-B14F-4D97-AF65-F5344CB8AC3E}">
        <p14:creationId xmlns:p14="http://schemas.microsoft.com/office/powerpoint/2010/main" val="1635934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extBox 1">
            <a:extLst>
              <a:ext uri="{FF2B5EF4-FFF2-40B4-BE49-F238E27FC236}">
                <a16:creationId xmlns:a16="http://schemas.microsoft.com/office/drawing/2014/main" id="{9FCDEED4-9710-7C08-139B-7FB0E7B85427}"/>
              </a:ext>
            </a:extLst>
          </p:cNvPr>
          <p:cNvGraphicFramePr/>
          <p:nvPr>
            <p:extLst>
              <p:ext uri="{D42A27DB-BD31-4B8C-83A1-F6EECF244321}">
                <p14:modId xmlns:p14="http://schemas.microsoft.com/office/powerpoint/2010/main" val="364913918"/>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32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5E7386-6C7F-FE78-5DB2-91F52801C0D3}"/>
              </a:ext>
            </a:extLst>
          </p:cNvPr>
          <p:cNvSpPr txBox="1"/>
          <p:nvPr/>
        </p:nvSpPr>
        <p:spPr>
          <a:xfrm>
            <a:off x="1626669" y="2415744"/>
            <a:ext cx="7519737" cy="369332"/>
          </a:xfrm>
          <a:prstGeom prst="rect">
            <a:avLst/>
          </a:prstGeom>
          <a:noFill/>
        </p:spPr>
        <p:txBody>
          <a:bodyPr wrap="square">
            <a:spAutoFit/>
          </a:bodyPr>
          <a:lstStyle/>
          <a:p>
            <a:r>
              <a:rPr lang="en-US"/>
              <a:t> </a:t>
            </a:r>
            <a:endParaRPr lang="en-AU" dirty="0"/>
          </a:p>
        </p:txBody>
      </p:sp>
      <p:graphicFrame>
        <p:nvGraphicFramePr>
          <p:cNvPr id="64" name="TextBox 1">
            <a:extLst>
              <a:ext uri="{FF2B5EF4-FFF2-40B4-BE49-F238E27FC236}">
                <a16:creationId xmlns:a16="http://schemas.microsoft.com/office/drawing/2014/main" id="{FD408F2E-C975-2754-C7A9-ABCDCB8BE27D}"/>
              </a:ext>
            </a:extLst>
          </p:cNvPr>
          <p:cNvGraphicFramePr/>
          <p:nvPr/>
        </p:nvGraphicFramePr>
        <p:xfrm>
          <a:off x="481263" y="474847"/>
          <a:ext cx="11434813" cy="48936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75708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64</TotalTime>
  <Words>282</Words>
  <Application>Microsoft Office PowerPoint</Application>
  <PresentationFormat>Widescreen</PresentationFormat>
  <Paragraphs>9</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Landfill Documentary and overview.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varsha chaudhary</dc:creator>
  <cp:lastModifiedBy>varsha chaudhary</cp:lastModifiedBy>
  <cp:revision>2</cp:revision>
  <dcterms:created xsi:type="dcterms:W3CDTF">2024-04-05T22:00:19Z</dcterms:created>
  <dcterms:modified xsi:type="dcterms:W3CDTF">2024-04-05T23:04:28Z</dcterms:modified>
</cp:coreProperties>
</file>